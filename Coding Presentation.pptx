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58" r:id="rId9"/>
    <p:sldId id="269" r:id="rId10"/>
    <p:sldId id="270" r:id="rId11"/>
    <p:sldId id="260" r:id="rId12"/>
    <p:sldId id="271" r:id="rId13"/>
    <p:sldId id="272" r:id="rId14"/>
    <p:sldId id="273" r:id="rId15"/>
    <p:sldId id="261" r:id="rId16"/>
    <p:sldId id="262" r:id="rId17"/>
    <p:sldId id="263" r:id="rId18"/>
  </p:sldIdLst>
  <p:sldSz cx="12192000" cy="6858000"/>
  <p:notesSz cx="6805613" cy="99441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, section slide, and table of contents" id="{6E77BA57-DD46-47E9-A903-70AABFF88902}">
          <p14:sldIdLst>
            <p14:sldId id="256"/>
            <p14:sldId id="257"/>
            <p14:sldId id="264"/>
            <p14:sldId id="265"/>
            <p14:sldId id="266"/>
            <p14:sldId id="267"/>
            <p14:sldId id="268"/>
            <p14:sldId id="258"/>
            <p14:sldId id="269"/>
            <p14:sldId id="270"/>
            <p14:sldId id="260"/>
            <p14:sldId id="271"/>
            <p14:sldId id="272"/>
            <p14:sldId id="273"/>
            <p14:sldId id="261"/>
            <p14:sldId id="262"/>
            <p14:sldId id="263"/>
          </p14:sldIdLst>
        </p14:section>
        <p14:section name="Example Change Materials" id="{A60C9647-6751-48BC-8D4B-A685E5436EC7}">
          <p14:sldIdLst/>
        </p14:section>
        <p14:section name="Support Slides/ Draft" id="{3683D89D-A239-4B4D-A9A7-AC557C86C8C7}">
          <p14:sldIdLst/>
        </p14:section>
        <p14:section name="Template Slides" id="{F91E1669-C435-4FA9-AFA7-CCF542CFF952}">
          <p14:sldIdLst/>
        </p14:section>
        <p14:section name="Closing, Contact &amp; Thank You slides" id="{079F359E-EAA5-474F-8450-DC6808C8647D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5E5"/>
    <a:srgbClr val="21C9A1"/>
    <a:srgbClr val="ECECEF"/>
    <a:srgbClr val="00689D"/>
    <a:srgbClr val="3F7E44"/>
    <a:srgbClr val="FD6925"/>
    <a:srgbClr val="4C9F38"/>
    <a:srgbClr val="FF3A21"/>
    <a:srgbClr val="F9FDFE"/>
    <a:srgbClr val="A219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42" autoAdjust="0"/>
    <p:restoredTop sz="95706" autoAdjust="0"/>
  </p:normalViewPr>
  <p:slideViewPr>
    <p:cSldViewPr snapToGrid="0">
      <p:cViewPr varScale="1">
        <p:scale>
          <a:sx n="83" d="100"/>
          <a:sy n="83" d="100"/>
        </p:scale>
        <p:origin x="86" y="2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4939" y="0"/>
            <a:ext cx="2949099" cy="4989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fld id="{5EE7A180-8B55-4601-A0F0-4D1F201244DA}" type="datetimeFigureOut">
              <a:rPr lang="fr-FR" smtClean="0"/>
              <a:pPr/>
              <a:t>05/03/2026</a:t>
            </a:fld>
            <a:endParaRPr lang="fr-FR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3013"/>
            <a:ext cx="596423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562" y="4785598"/>
            <a:ext cx="5444490" cy="391548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entury Gothic" panose="020B0502020202020204" pitchFamily="34" charset="0"/>
              </a:defRPr>
            </a:lvl1pPr>
          </a:lstStyle>
          <a:p>
            <a:endParaRPr lang="fr-F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4939" y="9445170"/>
            <a:ext cx="2949099" cy="49893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entury Gothic" panose="020B0502020202020204" pitchFamily="34" charset="0"/>
              </a:defRPr>
            </a:lvl1pPr>
          </a:lstStyle>
          <a:p>
            <a:fld id="{9BE9453D-9CCC-4051-9DF8-37E3D8CCF79B}" type="slidenum">
              <a:rPr lang="fr-FR" smtClean="0"/>
              <a:pPr/>
              <a:t>‹#›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91879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user/thethalesgroup" TargetMode="External"/><Relationship Id="rId3" Type="http://schemas.openxmlformats.org/officeDocument/2006/relationships/image" Target="../media/image15.png"/><Relationship Id="rId7" Type="http://schemas.openxmlformats.org/officeDocument/2006/relationships/hyperlink" Target="https://twitter.com/thalesgroup" TargetMode="External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thalesgroup" TargetMode="External"/><Relationship Id="rId5" Type="http://schemas.openxmlformats.org/officeDocument/2006/relationships/hyperlink" Target="https://www.linkedin.com/company/thales/" TargetMode="External"/><Relationship Id="rId4" Type="http://schemas.openxmlformats.org/officeDocument/2006/relationships/hyperlink" Target="https://www.thalesgroup.com/" TargetMode="Externa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www.thalesgroup.com/" TargetMode="External"/><Relationship Id="rId4" Type="http://schemas.openxmlformats.org/officeDocument/2006/relationships/image" Target="../media/image16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B2A98F7-F159-F60F-46D6-839BCF4392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12190592" cy="6857208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A50207CD-A770-7650-0856-F0FB42E7435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 userDrawn="1"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F45B7-71C6-1485-8A5A-3C39FEF1F517}"/>
              </a:ext>
            </a:extLst>
          </p:cNvPr>
          <p:cNvSpPr txBox="1"/>
          <p:nvPr userDrawn="1"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AFAD99C-B3D0-6CC4-860A-EB979C5D2128}"/>
              </a:ext>
            </a:extLst>
          </p:cNvPr>
          <p:cNvGrpSpPr/>
          <p:nvPr userDrawn="1"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FF10F7-10F5-C7BE-C835-D27D10041F98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C2173D-56FC-54AF-C5C3-B862515738EB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FD627E-F237-0CC9-C8A4-3F6613BF9F76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EE9FBDC-E897-2260-A6D3-B94078A06D85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9554A99-F280-ECBC-5040-1D836A6DD648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F33B586-655C-01D5-4699-100F1A421A9C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23DFB61-E7B1-6AEA-34E0-0A1DB732A342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AFF4072-8F4A-E478-F482-9ED5B0F350EC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116AB45-8239-150C-0FBE-209259A43BBD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5EDB62C-D52B-9144-F165-85B46D6F286C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C6D49BA-18C3-3B72-D926-9B4ECC2B73E9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C52CD0D-0522-1461-1424-1059CE482BB9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739E712-BB45-C743-9A15-01C2F0757789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89AC4AF-2D1A-182B-ACCF-83792C6DB573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2C3ACD8-4C77-3B34-6551-48F9845D0E1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AAA0A787-9BED-7877-FCD5-E8A12559716B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9D53C8E-111F-4520-8A3B-4D44F1740A04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F3C8EDD-88A8-82C0-481C-9FD9DCD3A19F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92EE939-DA49-2A8B-6640-4F3B50318B90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D4B16DD-F5E6-7B83-5BD1-C868DDC7235A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16CFDC2E-87CA-71B7-C428-4351F2D82929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7956CD-ED45-D90C-01E2-43B2B7A1E527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4E428F3-F2F4-A04A-2F1F-D8DD8E6E70A1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AFB6309-09C6-2E46-FB94-22F3023A8133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E8E94E59-5191-C6C8-2447-61CB1D39D250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A6445E18-845B-A8C6-4A60-2F5DE3A10396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40BF78F3-914C-585C-F344-8EFD5A902128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9E0C273E-9E81-0B75-CE74-D208DE217BAA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BE02A2A-AE07-C1AC-CBC6-B65D0715134C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E6566DC1-46F3-0C21-B82C-B1408F39316A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3A956B8-47E3-007C-1F06-B5BC4C0E5AE7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78C56CEE-69A8-1A02-EF2D-F8C3BD2BAB6B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74E5F79-01C4-1CB3-F475-5B61A8B48410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ADCFAA3-31BF-5287-6072-60FEE7DDAD3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481D8D7-4765-4F92-876F-6014BAC18E15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2154410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663909-A8CA-9DF6-B954-8622276E789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7543" b="48236"/>
          <a:stretch>
            <a:fillRect/>
          </a:stretch>
        </p:blipFill>
        <p:spPr>
          <a:xfrm>
            <a:off x="-1" y="1747081"/>
            <a:ext cx="5976472" cy="5110919"/>
          </a:xfrm>
          <a:custGeom>
            <a:avLst/>
            <a:gdLst>
              <a:gd name="connsiteX0" fmla="*/ 0 w 5976472"/>
              <a:gd name="connsiteY0" fmla="*/ 0 h 5110919"/>
              <a:gd name="connsiteX1" fmla="*/ 5976472 w 5976472"/>
              <a:gd name="connsiteY1" fmla="*/ 0 h 5110919"/>
              <a:gd name="connsiteX2" fmla="*/ 5976472 w 5976472"/>
              <a:gd name="connsiteY2" fmla="*/ 5110919 h 5110919"/>
              <a:gd name="connsiteX3" fmla="*/ 0 w 5976472"/>
              <a:gd name="connsiteY3" fmla="*/ 5110919 h 5110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76472" h="5110919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C2B3475-6FA1-E38C-363D-23108F8B1BFB}"/>
              </a:ext>
            </a:extLst>
          </p:cNvPr>
          <p:cNvSpPr/>
          <p:nvPr userDrawn="1"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itle 146">
            <a:extLst>
              <a:ext uri="{FF2B5EF4-FFF2-40B4-BE49-F238E27FC236}">
                <a16:creationId xmlns:a16="http://schemas.microsoft.com/office/drawing/2014/main" id="{A71C9AF5-7C53-980E-3913-667C7DB10F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662254"/>
            <a:ext cx="3815273" cy="1661993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90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GB" sz="4000" b="1" dirty="0">
                <a:solidFill>
                  <a:schemeClr val="bg1"/>
                </a:solidFill>
              </a:rPr>
              <a:t>Presentation title on two </a:t>
            </a:r>
            <a:br>
              <a:rPr lang="en-GB" sz="4000" b="1" dirty="0">
                <a:solidFill>
                  <a:schemeClr val="bg1"/>
                </a:solidFill>
              </a:rPr>
            </a:br>
            <a:r>
              <a:rPr lang="en-GB" sz="4000" b="1" dirty="0">
                <a:solidFill>
                  <a:schemeClr val="bg1"/>
                </a:solidFill>
              </a:rPr>
              <a:t>or three lines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686C7C7-E3F1-C112-8757-C612FE80149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79500" y="4628182"/>
            <a:ext cx="3815273" cy="602986"/>
          </a:xfrm>
        </p:spPr>
        <p:txBody>
          <a:bodyPr>
            <a:spAutoFit/>
          </a:bodyPr>
          <a:lstStyle>
            <a:lvl1pPr marL="0" indent="0">
              <a:spcBef>
                <a:spcPts val="0"/>
              </a:spcBef>
              <a:buNone/>
              <a:defRPr spc="300" baseline="0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PRESENTATION SUBTITLE </a:t>
            </a:r>
            <a:br>
              <a:rPr lang="en-US" dirty="0"/>
            </a:br>
            <a:r>
              <a:rPr lang="en-US" dirty="0"/>
              <a:t>ON ONE OR TWO LINES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0B1530-D5FA-027C-5074-206E6194C12C}"/>
              </a:ext>
            </a:extLst>
          </p:cNvPr>
          <p:cNvSpPr txBox="1"/>
          <p:nvPr userDrawn="1"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100" noProof="0" dirty="0">
                <a:solidFill>
                  <a:schemeClr val="bg1"/>
                </a:solidFill>
              </a:rPr>
              <a:t>www.thalesgroup.com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090D3D2-9C7F-3248-D2DB-57C3C97CAA4E}"/>
              </a:ext>
            </a:extLst>
          </p:cNvPr>
          <p:cNvGrpSpPr/>
          <p:nvPr userDrawn="1"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2F48B101-99C4-D6A4-B835-DDA35556AF1C}"/>
                </a:ext>
              </a:extLst>
            </p:cNvPr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>
                <a:gd name="connsiteX0" fmla="*/ 590550 w 590550"/>
                <a:gd name="connsiteY0" fmla="*/ 401003 h 546735"/>
                <a:gd name="connsiteX1" fmla="*/ 509588 w 590550"/>
                <a:gd name="connsiteY1" fmla="*/ 515303 h 546735"/>
                <a:gd name="connsiteX2" fmla="*/ 264795 w 590550"/>
                <a:gd name="connsiteY2" fmla="*/ 546735 h 546735"/>
                <a:gd name="connsiteX3" fmla="*/ 0 w 590550"/>
                <a:gd name="connsiteY3" fmla="*/ 521970 h 546735"/>
                <a:gd name="connsiteX4" fmla="*/ 0 w 590550"/>
                <a:gd name="connsiteY4" fmla="*/ 436245 h 546735"/>
                <a:gd name="connsiteX5" fmla="*/ 469583 w 590550"/>
                <a:gd name="connsiteY5" fmla="*/ 436245 h 546735"/>
                <a:gd name="connsiteX6" fmla="*/ 469583 w 590550"/>
                <a:gd name="connsiteY6" fmla="*/ 319088 h 546735"/>
                <a:gd name="connsiteX7" fmla="*/ 137160 w 590550"/>
                <a:gd name="connsiteY7" fmla="*/ 319088 h 546735"/>
                <a:gd name="connsiteX8" fmla="*/ 0 w 590550"/>
                <a:gd name="connsiteY8" fmla="*/ 194310 h 546735"/>
                <a:gd name="connsiteX9" fmla="*/ 0 w 590550"/>
                <a:gd name="connsiteY9" fmla="*/ 142875 h 546735"/>
                <a:gd name="connsiteX10" fmla="*/ 84773 w 590550"/>
                <a:gd name="connsiteY10" fmla="*/ 26670 h 546735"/>
                <a:gd name="connsiteX11" fmla="*/ 318135 w 590550"/>
                <a:gd name="connsiteY11" fmla="*/ 0 h 546735"/>
                <a:gd name="connsiteX12" fmla="*/ 582930 w 590550"/>
                <a:gd name="connsiteY12" fmla="*/ 25718 h 546735"/>
                <a:gd name="connsiteX13" fmla="*/ 582930 w 590550"/>
                <a:gd name="connsiteY13" fmla="*/ 111443 h 546735"/>
                <a:gd name="connsiteX14" fmla="*/ 120968 w 590550"/>
                <a:gd name="connsiteY14" fmla="*/ 111443 h 546735"/>
                <a:gd name="connsiteX15" fmla="*/ 120968 w 590550"/>
                <a:gd name="connsiteY15" fmla="*/ 209550 h 546735"/>
                <a:gd name="connsiteX16" fmla="*/ 453390 w 590550"/>
                <a:gd name="connsiteY16" fmla="*/ 209550 h 546735"/>
                <a:gd name="connsiteX17" fmla="*/ 590550 w 590550"/>
                <a:gd name="connsiteY17" fmla="*/ 334328 h 546735"/>
                <a:gd name="connsiteX18" fmla="*/ 590550 w 590550"/>
                <a:gd name="connsiteY18" fmla="*/ 401003 h 546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590550" h="546735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0F785EC-ACA7-F065-A917-4D0214F24078}"/>
                </a:ext>
              </a:extLst>
            </p:cNvPr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>
                <a:gd name="connsiteX0" fmla="*/ 582930 w 582930"/>
                <a:gd name="connsiteY0" fmla="*/ 521018 h 545782"/>
                <a:gd name="connsiteX1" fmla="*/ 292418 w 582930"/>
                <a:gd name="connsiteY1" fmla="*/ 545783 h 545782"/>
                <a:gd name="connsiteX2" fmla="*/ 0 w 582930"/>
                <a:gd name="connsiteY2" fmla="*/ 521018 h 545782"/>
                <a:gd name="connsiteX3" fmla="*/ 0 w 582930"/>
                <a:gd name="connsiteY3" fmla="*/ 25718 h 545782"/>
                <a:gd name="connsiteX4" fmla="*/ 290513 w 582930"/>
                <a:gd name="connsiteY4" fmla="*/ 0 h 545782"/>
                <a:gd name="connsiteX5" fmla="*/ 579120 w 582930"/>
                <a:gd name="connsiteY5" fmla="*/ 25718 h 545782"/>
                <a:gd name="connsiteX6" fmla="*/ 579120 w 582930"/>
                <a:gd name="connsiteY6" fmla="*/ 114300 h 545782"/>
                <a:gd name="connsiteX7" fmla="*/ 139065 w 582930"/>
                <a:gd name="connsiteY7" fmla="*/ 114300 h 545782"/>
                <a:gd name="connsiteX8" fmla="*/ 139065 w 582930"/>
                <a:gd name="connsiteY8" fmla="*/ 213360 h 545782"/>
                <a:gd name="connsiteX9" fmla="*/ 425768 w 582930"/>
                <a:gd name="connsiteY9" fmla="*/ 213360 h 545782"/>
                <a:gd name="connsiteX10" fmla="*/ 425768 w 582930"/>
                <a:gd name="connsiteY10" fmla="*/ 316230 h 545782"/>
                <a:gd name="connsiteX11" fmla="*/ 139065 w 582930"/>
                <a:gd name="connsiteY11" fmla="*/ 316230 h 545782"/>
                <a:gd name="connsiteX12" fmla="*/ 139065 w 582930"/>
                <a:gd name="connsiteY12" fmla="*/ 433388 h 545782"/>
                <a:gd name="connsiteX13" fmla="*/ 581025 w 582930"/>
                <a:gd name="connsiteY13" fmla="*/ 433388 h 545782"/>
                <a:gd name="connsiteX14" fmla="*/ 581025 w 582930"/>
                <a:gd name="connsiteY14" fmla="*/ 521018 h 54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82930" h="545782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1237177-08D2-2DC4-19BA-4F58D9780B18}"/>
                </a:ext>
              </a:extLst>
            </p:cNvPr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>
                <a:gd name="connsiteX0" fmla="*/ 521970 w 521969"/>
                <a:gd name="connsiteY0" fmla="*/ 508635 h 533399"/>
                <a:gd name="connsiteX1" fmla="*/ 261938 w 521969"/>
                <a:gd name="connsiteY1" fmla="*/ 533400 h 533399"/>
                <a:gd name="connsiteX2" fmla="*/ 0 w 521969"/>
                <a:gd name="connsiteY2" fmla="*/ 508635 h 533399"/>
                <a:gd name="connsiteX3" fmla="*/ 0 w 521969"/>
                <a:gd name="connsiteY3" fmla="*/ 0 h 533399"/>
                <a:gd name="connsiteX4" fmla="*/ 140017 w 521969"/>
                <a:gd name="connsiteY4" fmla="*/ 0 h 533399"/>
                <a:gd name="connsiteX5" fmla="*/ 140017 w 521969"/>
                <a:gd name="connsiteY5" fmla="*/ 414338 h 533399"/>
                <a:gd name="connsiteX6" fmla="*/ 521970 w 521969"/>
                <a:gd name="connsiteY6" fmla="*/ 414338 h 533399"/>
                <a:gd name="connsiteX7" fmla="*/ 521970 w 521969"/>
                <a:gd name="connsiteY7" fmla="*/ 508635 h 533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21969" h="533399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C2F9D1-90E5-1399-AB73-D1972116AB8D}"/>
                </a:ext>
              </a:extLst>
            </p:cNvPr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>
                <a:gd name="connsiteX0" fmla="*/ 744855 w 744855"/>
                <a:gd name="connsiteY0" fmla="*/ 511493 h 530542"/>
                <a:gd name="connsiteX1" fmla="*/ 590550 w 744855"/>
                <a:gd name="connsiteY1" fmla="*/ 530543 h 530542"/>
                <a:gd name="connsiteX2" fmla="*/ 374333 w 744855"/>
                <a:gd name="connsiteY2" fmla="*/ 94298 h 530542"/>
                <a:gd name="connsiteX3" fmla="*/ 361950 w 744855"/>
                <a:gd name="connsiteY3" fmla="*/ 94298 h 530542"/>
                <a:gd name="connsiteX4" fmla="*/ 146685 w 744855"/>
                <a:gd name="connsiteY4" fmla="*/ 530543 h 530542"/>
                <a:gd name="connsiteX5" fmla="*/ 0 w 744855"/>
                <a:gd name="connsiteY5" fmla="*/ 511493 h 530542"/>
                <a:gd name="connsiteX6" fmla="*/ 273368 w 744855"/>
                <a:gd name="connsiteY6" fmla="*/ 0 h 530542"/>
                <a:gd name="connsiteX7" fmla="*/ 468630 w 744855"/>
                <a:gd name="connsiteY7" fmla="*/ 0 h 530542"/>
                <a:gd name="connsiteX8" fmla="*/ 744855 w 744855"/>
                <a:gd name="connsiteY8" fmla="*/ 511493 h 530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44855" h="530542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3C0059D-C3D4-D5F4-A719-78C8024A2D17}"/>
                </a:ext>
              </a:extLst>
            </p:cNvPr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>
                <a:gd name="connsiteX0" fmla="*/ 181927 w 181927"/>
                <a:gd name="connsiteY0" fmla="*/ 90488 h 180975"/>
                <a:gd name="connsiteX1" fmla="*/ 90488 w 181927"/>
                <a:gd name="connsiteY1" fmla="*/ 180975 h 180975"/>
                <a:gd name="connsiteX2" fmla="*/ 0 w 181927"/>
                <a:gd name="connsiteY2" fmla="*/ 90488 h 180975"/>
                <a:gd name="connsiteX3" fmla="*/ 90488 w 181927"/>
                <a:gd name="connsiteY3" fmla="*/ 0 h 180975"/>
                <a:gd name="connsiteX4" fmla="*/ 181927 w 181927"/>
                <a:gd name="connsiteY4" fmla="*/ 90488 h 180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27" h="180975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8762EFA-DB3A-1734-6BC2-37E01105C2F5}"/>
                </a:ext>
              </a:extLst>
            </p:cNvPr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>
                <a:gd name="connsiteX0" fmla="*/ 627697 w 627697"/>
                <a:gd name="connsiteY0" fmla="*/ 521018 h 539114"/>
                <a:gd name="connsiteX1" fmla="*/ 487680 w 627697"/>
                <a:gd name="connsiteY1" fmla="*/ 539115 h 539114"/>
                <a:gd name="connsiteX2" fmla="*/ 487680 w 627697"/>
                <a:gd name="connsiteY2" fmla="*/ 317183 h 539114"/>
                <a:gd name="connsiteX3" fmla="*/ 140017 w 627697"/>
                <a:gd name="connsiteY3" fmla="*/ 317183 h 539114"/>
                <a:gd name="connsiteX4" fmla="*/ 140017 w 627697"/>
                <a:gd name="connsiteY4" fmla="*/ 539115 h 539114"/>
                <a:gd name="connsiteX5" fmla="*/ 0 w 627697"/>
                <a:gd name="connsiteY5" fmla="*/ 521018 h 539114"/>
                <a:gd name="connsiteX6" fmla="*/ 0 w 627697"/>
                <a:gd name="connsiteY6" fmla="*/ 18098 h 539114"/>
                <a:gd name="connsiteX7" fmla="*/ 140017 w 627697"/>
                <a:gd name="connsiteY7" fmla="*/ 0 h 539114"/>
                <a:gd name="connsiteX8" fmla="*/ 140017 w 627697"/>
                <a:gd name="connsiteY8" fmla="*/ 214313 h 539114"/>
                <a:gd name="connsiteX9" fmla="*/ 487680 w 627697"/>
                <a:gd name="connsiteY9" fmla="*/ 214313 h 539114"/>
                <a:gd name="connsiteX10" fmla="*/ 487680 w 627697"/>
                <a:gd name="connsiteY10" fmla="*/ 0 h 539114"/>
                <a:gd name="connsiteX11" fmla="*/ 627697 w 627697"/>
                <a:gd name="connsiteY11" fmla="*/ 18098 h 539114"/>
                <a:gd name="connsiteX12" fmla="*/ 627697 w 627697"/>
                <a:gd name="connsiteY12" fmla="*/ 521018 h 539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7697" h="539114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8DDF28C-D639-1ADC-4C02-69C2050E1EDF}"/>
                </a:ext>
              </a:extLst>
            </p:cNvPr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>
                <a:gd name="connsiteX0" fmla="*/ 630555 w 630554"/>
                <a:gd name="connsiteY0" fmla="*/ 115253 h 534352"/>
                <a:gd name="connsiteX1" fmla="*/ 384810 w 630554"/>
                <a:gd name="connsiteY1" fmla="*/ 115253 h 534352"/>
                <a:gd name="connsiteX2" fmla="*/ 384810 w 630554"/>
                <a:gd name="connsiteY2" fmla="*/ 534353 h 534352"/>
                <a:gd name="connsiteX3" fmla="*/ 245745 w 630554"/>
                <a:gd name="connsiteY3" fmla="*/ 534353 h 534352"/>
                <a:gd name="connsiteX4" fmla="*/ 245745 w 630554"/>
                <a:gd name="connsiteY4" fmla="*/ 115253 h 534352"/>
                <a:gd name="connsiteX5" fmla="*/ 0 w 630554"/>
                <a:gd name="connsiteY5" fmla="*/ 115253 h 534352"/>
                <a:gd name="connsiteX6" fmla="*/ 0 w 630554"/>
                <a:gd name="connsiteY6" fmla="*/ 25718 h 534352"/>
                <a:gd name="connsiteX7" fmla="*/ 315278 w 630554"/>
                <a:gd name="connsiteY7" fmla="*/ 0 h 534352"/>
                <a:gd name="connsiteX8" fmla="*/ 630555 w 630554"/>
                <a:gd name="connsiteY8" fmla="*/ 25718 h 534352"/>
                <a:gd name="connsiteX9" fmla="*/ 630555 w 630554"/>
                <a:gd name="connsiteY9" fmla="*/ 115253 h 53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30554" h="534352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15F1C0-3A40-B321-9E1C-6E7C45F770B2}"/>
                </a:ext>
              </a:extLst>
            </p:cNvPr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>
                <a:gd name="connsiteX0" fmla="*/ 178118 w 182879"/>
                <a:gd name="connsiteY0" fmla="*/ 67627 h 244792"/>
                <a:gd name="connsiteX1" fmla="*/ 142875 w 182879"/>
                <a:gd name="connsiteY1" fmla="*/ 121920 h 244792"/>
                <a:gd name="connsiteX2" fmla="*/ 142875 w 182879"/>
                <a:gd name="connsiteY2" fmla="*/ 122872 h 244792"/>
                <a:gd name="connsiteX3" fmla="*/ 182880 w 182879"/>
                <a:gd name="connsiteY3" fmla="*/ 179070 h 244792"/>
                <a:gd name="connsiteX4" fmla="*/ 99060 w 182879"/>
                <a:gd name="connsiteY4" fmla="*/ 244792 h 244792"/>
                <a:gd name="connsiteX5" fmla="*/ 4763 w 182879"/>
                <a:gd name="connsiteY5" fmla="*/ 241935 h 244792"/>
                <a:gd name="connsiteX6" fmla="*/ 0 w 182879"/>
                <a:gd name="connsiteY6" fmla="*/ 237172 h 244792"/>
                <a:gd name="connsiteX7" fmla="*/ 0 w 182879"/>
                <a:gd name="connsiteY7" fmla="*/ 8572 h 244792"/>
                <a:gd name="connsiteX8" fmla="*/ 4763 w 182879"/>
                <a:gd name="connsiteY8" fmla="*/ 3810 h 244792"/>
                <a:gd name="connsiteX9" fmla="*/ 91440 w 182879"/>
                <a:gd name="connsiteY9" fmla="*/ 0 h 244792"/>
                <a:gd name="connsiteX10" fmla="*/ 178118 w 182879"/>
                <a:gd name="connsiteY10" fmla="*/ 67627 h 244792"/>
                <a:gd name="connsiteX11" fmla="*/ 49530 w 182879"/>
                <a:gd name="connsiteY11" fmla="*/ 42863 h 244792"/>
                <a:gd name="connsiteX12" fmla="*/ 49530 w 182879"/>
                <a:gd name="connsiteY12" fmla="*/ 104775 h 244792"/>
                <a:gd name="connsiteX13" fmla="*/ 80963 w 182879"/>
                <a:gd name="connsiteY13" fmla="*/ 104775 h 244792"/>
                <a:gd name="connsiteX14" fmla="*/ 128588 w 182879"/>
                <a:gd name="connsiteY14" fmla="*/ 74295 h 244792"/>
                <a:gd name="connsiteX15" fmla="*/ 86678 w 182879"/>
                <a:gd name="connsiteY15" fmla="*/ 42863 h 244792"/>
                <a:gd name="connsiteX16" fmla="*/ 49530 w 182879"/>
                <a:gd name="connsiteY16" fmla="*/ 42863 h 244792"/>
                <a:gd name="connsiteX17" fmla="*/ 49530 w 182879"/>
                <a:gd name="connsiteY17" fmla="*/ 140017 h 244792"/>
                <a:gd name="connsiteX18" fmla="*/ 49530 w 182879"/>
                <a:gd name="connsiteY18" fmla="*/ 201930 h 244792"/>
                <a:gd name="connsiteX19" fmla="*/ 96203 w 182879"/>
                <a:gd name="connsiteY19" fmla="*/ 201930 h 244792"/>
                <a:gd name="connsiteX20" fmla="*/ 134303 w 182879"/>
                <a:gd name="connsiteY20" fmla="*/ 172402 h 244792"/>
                <a:gd name="connsiteX21" fmla="*/ 97155 w 182879"/>
                <a:gd name="connsiteY21" fmla="*/ 140017 h 244792"/>
                <a:gd name="connsiteX22" fmla="*/ 49530 w 182879"/>
                <a:gd name="connsiteY22" fmla="*/ 140017 h 2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2879" h="244792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C214FB6-20A9-36B0-F0F1-1B9733FE8082}"/>
                </a:ext>
              </a:extLst>
            </p:cNvPr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>
                <a:gd name="connsiteX0" fmla="*/ 149543 w 154305"/>
                <a:gd name="connsiteY0" fmla="*/ 0 h 176212"/>
                <a:gd name="connsiteX1" fmla="*/ 154305 w 154305"/>
                <a:gd name="connsiteY1" fmla="*/ 4763 h 176212"/>
                <a:gd name="connsiteX2" fmla="*/ 154305 w 154305"/>
                <a:gd name="connsiteY2" fmla="*/ 164783 h 176212"/>
                <a:gd name="connsiteX3" fmla="*/ 149543 w 154305"/>
                <a:gd name="connsiteY3" fmla="*/ 170498 h 176212"/>
                <a:gd name="connsiteX4" fmla="*/ 75248 w 154305"/>
                <a:gd name="connsiteY4" fmla="*/ 176213 h 176212"/>
                <a:gd name="connsiteX5" fmla="*/ 0 w 154305"/>
                <a:gd name="connsiteY5" fmla="*/ 100965 h 176212"/>
                <a:gd name="connsiteX6" fmla="*/ 0 w 154305"/>
                <a:gd name="connsiteY6" fmla="*/ 4763 h 176212"/>
                <a:gd name="connsiteX7" fmla="*/ 4763 w 154305"/>
                <a:gd name="connsiteY7" fmla="*/ 0 h 176212"/>
                <a:gd name="connsiteX8" fmla="*/ 41910 w 154305"/>
                <a:gd name="connsiteY8" fmla="*/ 0 h 176212"/>
                <a:gd name="connsiteX9" fmla="*/ 46672 w 154305"/>
                <a:gd name="connsiteY9" fmla="*/ 4763 h 176212"/>
                <a:gd name="connsiteX10" fmla="*/ 46672 w 154305"/>
                <a:gd name="connsiteY10" fmla="*/ 88583 h 176212"/>
                <a:gd name="connsiteX11" fmla="*/ 80010 w 154305"/>
                <a:gd name="connsiteY11" fmla="*/ 135255 h 176212"/>
                <a:gd name="connsiteX12" fmla="*/ 107632 w 154305"/>
                <a:gd name="connsiteY12" fmla="*/ 135255 h 176212"/>
                <a:gd name="connsiteX13" fmla="*/ 107632 w 154305"/>
                <a:gd name="connsiteY13" fmla="*/ 4763 h 176212"/>
                <a:gd name="connsiteX14" fmla="*/ 112395 w 154305"/>
                <a:gd name="connsiteY14" fmla="*/ 0 h 176212"/>
                <a:gd name="connsiteX15" fmla="*/ 149543 w 154305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5" h="176212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9BB151D-3702-3017-1B89-3C7ABB8C0382}"/>
                </a:ext>
              </a:extLst>
            </p:cNvPr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>
                <a:gd name="connsiteX0" fmla="*/ 54293 w 54292"/>
                <a:gd name="connsiteY0" fmla="*/ 24830 h 246762"/>
                <a:gd name="connsiteX1" fmla="*/ 27623 w 54292"/>
                <a:gd name="connsiteY1" fmla="*/ 49595 h 246762"/>
                <a:gd name="connsiteX2" fmla="*/ 0 w 54292"/>
                <a:gd name="connsiteY2" fmla="*/ 24830 h 246762"/>
                <a:gd name="connsiteX3" fmla="*/ 27623 w 54292"/>
                <a:gd name="connsiteY3" fmla="*/ 65 h 246762"/>
                <a:gd name="connsiteX4" fmla="*/ 54293 w 54292"/>
                <a:gd name="connsiteY4" fmla="*/ 24830 h 246762"/>
                <a:gd name="connsiteX5" fmla="*/ 45720 w 54292"/>
                <a:gd name="connsiteY5" fmla="*/ 72455 h 246762"/>
                <a:gd name="connsiteX6" fmla="*/ 50483 w 54292"/>
                <a:gd name="connsiteY6" fmla="*/ 77218 h 246762"/>
                <a:gd name="connsiteX7" fmla="*/ 50483 w 54292"/>
                <a:gd name="connsiteY7" fmla="*/ 242000 h 246762"/>
                <a:gd name="connsiteX8" fmla="*/ 45720 w 54292"/>
                <a:gd name="connsiteY8" fmla="*/ 246763 h 246762"/>
                <a:gd name="connsiteX9" fmla="*/ 8573 w 54292"/>
                <a:gd name="connsiteY9" fmla="*/ 246763 h 246762"/>
                <a:gd name="connsiteX10" fmla="*/ 3810 w 54292"/>
                <a:gd name="connsiteY10" fmla="*/ 242000 h 246762"/>
                <a:gd name="connsiteX11" fmla="*/ 3810 w 54292"/>
                <a:gd name="connsiteY11" fmla="*/ 77218 h 246762"/>
                <a:gd name="connsiteX12" fmla="*/ 8573 w 54292"/>
                <a:gd name="connsiteY12" fmla="*/ 72455 h 246762"/>
                <a:gd name="connsiteX13" fmla="*/ 45720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F66765C-B7E9-C3A6-5026-1B287B90431D}"/>
                </a:ext>
              </a:extLst>
            </p:cNvPr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>
                <a:gd name="connsiteX0" fmla="*/ 41910 w 46672"/>
                <a:gd name="connsiteY0" fmla="*/ 952 h 241935"/>
                <a:gd name="connsiteX1" fmla="*/ 46673 w 46672"/>
                <a:gd name="connsiteY1" fmla="*/ 5715 h 241935"/>
                <a:gd name="connsiteX2" fmla="*/ 46673 w 46672"/>
                <a:gd name="connsiteY2" fmla="*/ 237173 h 241935"/>
                <a:gd name="connsiteX3" fmla="*/ 41910 w 46672"/>
                <a:gd name="connsiteY3" fmla="*/ 241935 h 241935"/>
                <a:gd name="connsiteX4" fmla="*/ 4763 w 46672"/>
                <a:gd name="connsiteY4" fmla="*/ 241935 h 241935"/>
                <a:gd name="connsiteX5" fmla="*/ 0 w 46672"/>
                <a:gd name="connsiteY5" fmla="*/ 237173 h 241935"/>
                <a:gd name="connsiteX6" fmla="*/ 0 w 46672"/>
                <a:gd name="connsiteY6" fmla="*/ 4763 h 241935"/>
                <a:gd name="connsiteX7" fmla="*/ 4763 w 46672"/>
                <a:gd name="connsiteY7" fmla="*/ 0 h 241935"/>
                <a:gd name="connsiteX8" fmla="*/ 41910 w 46672"/>
                <a:gd name="connsiteY8" fmla="*/ 0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72" h="241935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3BB0E0C-8245-DC03-E0D2-4E8B85EA5DB3}"/>
                </a:ext>
              </a:extLst>
            </p:cNvPr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>
                <a:gd name="connsiteX0" fmla="*/ 151448 w 156210"/>
                <a:gd name="connsiteY0" fmla="*/ 0 h 241935"/>
                <a:gd name="connsiteX1" fmla="*/ 156210 w 156210"/>
                <a:gd name="connsiteY1" fmla="*/ 4763 h 241935"/>
                <a:gd name="connsiteX2" fmla="*/ 156210 w 156210"/>
                <a:gd name="connsiteY2" fmla="*/ 228600 h 241935"/>
                <a:gd name="connsiteX3" fmla="*/ 149542 w 156210"/>
                <a:gd name="connsiteY3" fmla="*/ 236220 h 241935"/>
                <a:gd name="connsiteX4" fmla="*/ 80963 w 156210"/>
                <a:gd name="connsiteY4" fmla="*/ 241935 h 241935"/>
                <a:gd name="connsiteX5" fmla="*/ 0 w 156210"/>
                <a:gd name="connsiteY5" fmla="*/ 153352 h 241935"/>
                <a:gd name="connsiteX6" fmla="*/ 71438 w 156210"/>
                <a:gd name="connsiteY6" fmla="*/ 64770 h 241935"/>
                <a:gd name="connsiteX7" fmla="*/ 109538 w 156210"/>
                <a:gd name="connsiteY7" fmla="*/ 66675 h 241935"/>
                <a:gd name="connsiteX8" fmla="*/ 109538 w 156210"/>
                <a:gd name="connsiteY8" fmla="*/ 4763 h 241935"/>
                <a:gd name="connsiteX9" fmla="*/ 114300 w 156210"/>
                <a:gd name="connsiteY9" fmla="*/ 0 h 241935"/>
                <a:gd name="connsiteX10" fmla="*/ 151448 w 156210"/>
                <a:gd name="connsiteY10" fmla="*/ 0 h 241935"/>
                <a:gd name="connsiteX11" fmla="*/ 82867 w 156210"/>
                <a:gd name="connsiteY11" fmla="*/ 104775 h 241935"/>
                <a:gd name="connsiteX12" fmla="*/ 47625 w 156210"/>
                <a:gd name="connsiteY12" fmla="*/ 153352 h 241935"/>
                <a:gd name="connsiteX13" fmla="*/ 80963 w 156210"/>
                <a:gd name="connsiteY13" fmla="*/ 201930 h 241935"/>
                <a:gd name="connsiteX14" fmla="*/ 110490 w 156210"/>
                <a:gd name="connsiteY14" fmla="*/ 200025 h 241935"/>
                <a:gd name="connsiteX15" fmla="*/ 110490 w 156210"/>
                <a:gd name="connsiteY15" fmla="*/ 104775 h 241935"/>
                <a:gd name="connsiteX16" fmla="*/ 82867 w 156210"/>
                <a:gd name="connsiteY16" fmla="*/ 104775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210" h="241935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BE7A2C7-ED4E-8B7F-B928-75616F84E2E6}"/>
                </a:ext>
              </a:extLst>
            </p:cNvPr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>
                <a:gd name="connsiteX0" fmla="*/ 54292 w 54292"/>
                <a:gd name="connsiteY0" fmla="*/ 24830 h 246762"/>
                <a:gd name="connsiteX1" fmla="*/ 27622 w 54292"/>
                <a:gd name="connsiteY1" fmla="*/ 49595 h 246762"/>
                <a:gd name="connsiteX2" fmla="*/ 0 w 54292"/>
                <a:gd name="connsiteY2" fmla="*/ 24830 h 246762"/>
                <a:gd name="connsiteX3" fmla="*/ 27622 w 54292"/>
                <a:gd name="connsiteY3" fmla="*/ 65 h 246762"/>
                <a:gd name="connsiteX4" fmla="*/ 54292 w 54292"/>
                <a:gd name="connsiteY4" fmla="*/ 24830 h 246762"/>
                <a:gd name="connsiteX5" fmla="*/ 44767 w 54292"/>
                <a:gd name="connsiteY5" fmla="*/ 72455 h 246762"/>
                <a:gd name="connsiteX6" fmla="*/ 49530 w 54292"/>
                <a:gd name="connsiteY6" fmla="*/ 77218 h 246762"/>
                <a:gd name="connsiteX7" fmla="*/ 49530 w 54292"/>
                <a:gd name="connsiteY7" fmla="*/ 242000 h 246762"/>
                <a:gd name="connsiteX8" fmla="*/ 44767 w 54292"/>
                <a:gd name="connsiteY8" fmla="*/ 246763 h 246762"/>
                <a:gd name="connsiteX9" fmla="*/ 7620 w 54292"/>
                <a:gd name="connsiteY9" fmla="*/ 246763 h 246762"/>
                <a:gd name="connsiteX10" fmla="*/ 2857 w 54292"/>
                <a:gd name="connsiteY10" fmla="*/ 242000 h 246762"/>
                <a:gd name="connsiteX11" fmla="*/ 2857 w 54292"/>
                <a:gd name="connsiteY11" fmla="*/ 77218 h 246762"/>
                <a:gd name="connsiteX12" fmla="*/ 7620 w 54292"/>
                <a:gd name="connsiteY12" fmla="*/ 72455 h 246762"/>
                <a:gd name="connsiteX13" fmla="*/ 44767 w 54292"/>
                <a:gd name="connsiteY13" fmla="*/ 72455 h 246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4292" h="246762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2325F47B-C482-B06D-0A71-07AFBC02233B}"/>
                </a:ext>
              </a:extLst>
            </p:cNvPr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>
                <a:gd name="connsiteX0" fmla="*/ 155257 w 155257"/>
                <a:gd name="connsiteY0" fmla="*/ 75247 h 176212"/>
                <a:gd name="connsiteX1" fmla="*/ 155257 w 155257"/>
                <a:gd name="connsiteY1" fmla="*/ 171450 h 176212"/>
                <a:gd name="connsiteX2" fmla="*/ 150495 w 155257"/>
                <a:gd name="connsiteY2" fmla="*/ 176213 h 176212"/>
                <a:gd name="connsiteX3" fmla="*/ 113347 w 155257"/>
                <a:gd name="connsiteY3" fmla="*/ 176213 h 176212"/>
                <a:gd name="connsiteX4" fmla="*/ 108585 w 155257"/>
                <a:gd name="connsiteY4" fmla="*/ 171450 h 176212"/>
                <a:gd name="connsiteX5" fmla="*/ 108585 w 155257"/>
                <a:gd name="connsiteY5" fmla="*/ 87630 h 176212"/>
                <a:gd name="connsiteX6" fmla="*/ 75247 w 155257"/>
                <a:gd name="connsiteY6" fmla="*/ 40957 h 176212"/>
                <a:gd name="connsiteX7" fmla="*/ 46672 w 155257"/>
                <a:gd name="connsiteY7" fmla="*/ 40957 h 176212"/>
                <a:gd name="connsiteX8" fmla="*/ 46672 w 155257"/>
                <a:gd name="connsiteY8" fmla="*/ 171450 h 176212"/>
                <a:gd name="connsiteX9" fmla="*/ 41910 w 155257"/>
                <a:gd name="connsiteY9" fmla="*/ 176213 h 176212"/>
                <a:gd name="connsiteX10" fmla="*/ 4763 w 155257"/>
                <a:gd name="connsiteY10" fmla="*/ 176213 h 176212"/>
                <a:gd name="connsiteX11" fmla="*/ 0 w 155257"/>
                <a:gd name="connsiteY11" fmla="*/ 171450 h 176212"/>
                <a:gd name="connsiteX12" fmla="*/ 0 w 155257"/>
                <a:gd name="connsiteY12" fmla="*/ 10477 h 176212"/>
                <a:gd name="connsiteX13" fmla="*/ 4763 w 155257"/>
                <a:gd name="connsiteY13" fmla="*/ 5715 h 176212"/>
                <a:gd name="connsiteX14" fmla="*/ 79057 w 155257"/>
                <a:gd name="connsiteY14" fmla="*/ 0 h 176212"/>
                <a:gd name="connsiteX15" fmla="*/ 155257 w 155257"/>
                <a:gd name="connsiteY15" fmla="*/ 7524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5257" h="176212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CA1F90EE-1F99-ED14-DA59-772368246FF2}"/>
                </a:ext>
              </a:extLst>
            </p:cNvPr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>
                <a:gd name="connsiteX0" fmla="*/ 148590 w 155257"/>
                <a:gd name="connsiteY0" fmla="*/ 6667 h 240029"/>
                <a:gd name="connsiteX1" fmla="*/ 155257 w 155257"/>
                <a:gd name="connsiteY1" fmla="*/ 14288 h 240029"/>
                <a:gd name="connsiteX2" fmla="*/ 155257 w 155257"/>
                <a:gd name="connsiteY2" fmla="*/ 172402 h 240029"/>
                <a:gd name="connsiteX3" fmla="*/ 79057 w 155257"/>
                <a:gd name="connsiteY3" fmla="*/ 240030 h 240029"/>
                <a:gd name="connsiteX4" fmla="*/ 21907 w 155257"/>
                <a:gd name="connsiteY4" fmla="*/ 235267 h 240029"/>
                <a:gd name="connsiteX5" fmla="*/ 17145 w 155257"/>
                <a:gd name="connsiteY5" fmla="*/ 230505 h 240029"/>
                <a:gd name="connsiteX6" fmla="*/ 17145 w 155257"/>
                <a:gd name="connsiteY6" fmla="*/ 206692 h 240029"/>
                <a:gd name="connsiteX7" fmla="*/ 21907 w 155257"/>
                <a:gd name="connsiteY7" fmla="*/ 201930 h 240029"/>
                <a:gd name="connsiteX8" fmla="*/ 75248 w 155257"/>
                <a:gd name="connsiteY8" fmla="*/ 201930 h 240029"/>
                <a:gd name="connsiteX9" fmla="*/ 109538 w 155257"/>
                <a:gd name="connsiteY9" fmla="*/ 175260 h 240029"/>
                <a:gd name="connsiteX10" fmla="*/ 109538 w 155257"/>
                <a:gd name="connsiteY10" fmla="*/ 173355 h 240029"/>
                <a:gd name="connsiteX11" fmla="*/ 71438 w 155257"/>
                <a:gd name="connsiteY11" fmla="*/ 177165 h 240029"/>
                <a:gd name="connsiteX12" fmla="*/ 0 w 155257"/>
                <a:gd name="connsiteY12" fmla="*/ 85725 h 240029"/>
                <a:gd name="connsiteX13" fmla="*/ 80963 w 155257"/>
                <a:gd name="connsiteY13" fmla="*/ 0 h 240029"/>
                <a:gd name="connsiteX14" fmla="*/ 148590 w 155257"/>
                <a:gd name="connsiteY14" fmla="*/ 6667 h 240029"/>
                <a:gd name="connsiteX15" fmla="*/ 78105 w 155257"/>
                <a:gd name="connsiteY15" fmla="*/ 40957 h 240029"/>
                <a:gd name="connsiteX16" fmla="*/ 44767 w 155257"/>
                <a:gd name="connsiteY16" fmla="*/ 89535 h 240029"/>
                <a:gd name="connsiteX17" fmla="*/ 80963 w 155257"/>
                <a:gd name="connsiteY17" fmla="*/ 138113 h 240029"/>
                <a:gd name="connsiteX18" fmla="*/ 108585 w 155257"/>
                <a:gd name="connsiteY18" fmla="*/ 136207 h 240029"/>
                <a:gd name="connsiteX19" fmla="*/ 108585 w 155257"/>
                <a:gd name="connsiteY19" fmla="*/ 40957 h 240029"/>
                <a:gd name="connsiteX20" fmla="*/ 78105 w 155257"/>
                <a:gd name="connsiteY20" fmla="*/ 40957 h 2400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55257" h="240029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1D1C4E-4A08-7E4B-EE59-441DB7935806}"/>
                </a:ext>
              </a:extLst>
            </p:cNvPr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>
                <a:gd name="connsiteX0" fmla="*/ 148590 w 148590"/>
                <a:gd name="connsiteY0" fmla="*/ 54292 h 178117"/>
                <a:gd name="connsiteX1" fmla="*/ 148590 w 148590"/>
                <a:gd name="connsiteY1" fmla="*/ 161925 h 178117"/>
                <a:gd name="connsiteX2" fmla="*/ 141923 w 148590"/>
                <a:gd name="connsiteY2" fmla="*/ 171450 h 178117"/>
                <a:gd name="connsiteX3" fmla="*/ 71438 w 148590"/>
                <a:gd name="connsiteY3" fmla="*/ 178117 h 178117"/>
                <a:gd name="connsiteX4" fmla="*/ 0 w 148590"/>
                <a:gd name="connsiteY4" fmla="*/ 124777 h 178117"/>
                <a:gd name="connsiteX5" fmla="*/ 63818 w 148590"/>
                <a:gd name="connsiteY5" fmla="*/ 73342 h 178117"/>
                <a:gd name="connsiteX6" fmla="*/ 102870 w 148590"/>
                <a:gd name="connsiteY6" fmla="*/ 73342 h 178117"/>
                <a:gd name="connsiteX7" fmla="*/ 102870 w 148590"/>
                <a:gd name="connsiteY7" fmla="*/ 61913 h 178117"/>
                <a:gd name="connsiteX8" fmla="*/ 73343 w 148590"/>
                <a:gd name="connsiteY8" fmla="*/ 40005 h 178117"/>
                <a:gd name="connsiteX9" fmla="*/ 17145 w 148590"/>
                <a:gd name="connsiteY9" fmla="*/ 40005 h 178117"/>
                <a:gd name="connsiteX10" fmla="*/ 12383 w 148590"/>
                <a:gd name="connsiteY10" fmla="*/ 35242 h 178117"/>
                <a:gd name="connsiteX11" fmla="*/ 12383 w 148590"/>
                <a:gd name="connsiteY11" fmla="*/ 9525 h 178117"/>
                <a:gd name="connsiteX12" fmla="*/ 17145 w 148590"/>
                <a:gd name="connsiteY12" fmla="*/ 4763 h 178117"/>
                <a:gd name="connsiteX13" fmla="*/ 73343 w 148590"/>
                <a:gd name="connsiteY13" fmla="*/ 0 h 178117"/>
                <a:gd name="connsiteX14" fmla="*/ 148590 w 148590"/>
                <a:gd name="connsiteY14" fmla="*/ 54292 h 178117"/>
                <a:gd name="connsiteX15" fmla="*/ 66675 w 148590"/>
                <a:gd name="connsiteY15" fmla="*/ 102870 h 178117"/>
                <a:gd name="connsiteX16" fmla="*/ 44768 w 148590"/>
                <a:gd name="connsiteY16" fmla="*/ 121920 h 178117"/>
                <a:gd name="connsiteX17" fmla="*/ 71438 w 148590"/>
                <a:gd name="connsiteY17" fmla="*/ 140970 h 178117"/>
                <a:gd name="connsiteX18" fmla="*/ 102870 w 148590"/>
                <a:gd name="connsiteY18" fmla="*/ 138113 h 178117"/>
                <a:gd name="connsiteX19" fmla="*/ 102870 w 148590"/>
                <a:gd name="connsiteY19" fmla="*/ 103822 h 178117"/>
                <a:gd name="connsiteX20" fmla="*/ 66675 w 148590"/>
                <a:gd name="connsiteY20" fmla="*/ 103822 h 1781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8590" h="178117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29A9689B-3F8B-16CA-90D0-6EAE5CD71F7F}"/>
                </a:ext>
              </a:extLst>
            </p:cNvPr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>
                <a:gd name="connsiteX0" fmla="*/ 115253 w 120015"/>
                <a:gd name="connsiteY0" fmla="*/ 2857 h 241935"/>
                <a:gd name="connsiteX1" fmla="*/ 120015 w 120015"/>
                <a:gd name="connsiteY1" fmla="*/ 8573 h 241935"/>
                <a:gd name="connsiteX2" fmla="*/ 120015 w 120015"/>
                <a:gd name="connsiteY2" fmla="*/ 34290 h 241935"/>
                <a:gd name="connsiteX3" fmla="*/ 114300 w 120015"/>
                <a:gd name="connsiteY3" fmla="*/ 39052 h 241935"/>
                <a:gd name="connsiteX4" fmla="*/ 89535 w 120015"/>
                <a:gd name="connsiteY4" fmla="*/ 39052 h 241935"/>
                <a:gd name="connsiteX5" fmla="*/ 72390 w 120015"/>
                <a:gd name="connsiteY5" fmla="*/ 51435 h 241935"/>
                <a:gd name="connsiteX6" fmla="*/ 72390 w 120015"/>
                <a:gd name="connsiteY6" fmla="*/ 67627 h 241935"/>
                <a:gd name="connsiteX7" fmla="*/ 110490 w 120015"/>
                <a:gd name="connsiteY7" fmla="*/ 67627 h 241935"/>
                <a:gd name="connsiteX8" fmla="*/ 114300 w 120015"/>
                <a:gd name="connsiteY8" fmla="*/ 73342 h 241935"/>
                <a:gd name="connsiteX9" fmla="*/ 109538 w 120015"/>
                <a:gd name="connsiteY9" fmla="*/ 99060 h 241935"/>
                <a:gd name="connsiteX10" fmla="*/ 103822 w 120015"/>
                <a:gd name="connsiteY10" fmla="*/ 103823 h 241935"/>
                <a:gd name="connsiteX11" fmla="*/ 72390 w 120015"/>
                <a:gd name="connsiteY11" fmla="*/ 103823 h 241935"/>
                <a:gd name="connsiteX12" fmla="*/ 72390 w 120015"/>
                <a:gd name="connsiteY12" fmla="*/ 237173 h 241935"/>
                <a:gd name="connsiteX13" fmla="*/ 67628 w 120015"/>
                <a:gd name="connsiteY13" fmla="*/ 241935 h 241935"/>
                <a:gd name="connsiteX14" fmla="*/ 30480 w 120015"/>
                <a:gd name="connsiteY14" fmla="*/ 241935 h 241935"/>
                <a:gd name="connsiteX15" fmla="*/ 25717 w 120015"/>
                <a:gd name="connsiteY15" fmla="*/ 237173 h 241935"/>
                <a:gd name="connsiteX16" fmla="*/ 25717 w 120015"/>
                <a:gd name="connsiteY16" fmla="*/ 103823 h 241935"/>
                <a:gd name="connsiteX17" fmla="*/ 5715 w 120015"/>
                <a:gd name="connsiteY17" fmla="*/ 103823 h 241935"/>
                <a:gd name="connsiteX18" fmla="*/ 0 w 120015"/>
                <a:gd name="connsiteY18" fmla="*/ 99060 h 241935"/>
                <a:gd name="connsiteX19" fmla="*/ 0 w 120015"/>
                <a:gd name="connsiteY19" fmla="*/ 72390 h 241935"/>
                <a:gd name="connsiteX20" fmla="*/ 5715 w 120015"/>
                <a:gd name="connsiteY20" fmla="*/ 67627 h 241935"/>
                <a:gd name="connsiteX21" fmla="*/ 25717 w 120015"/>
                <a:gd name="connsiteY21" fmla="*/ 67627 h 241935"/>
                <a:gd name="connsiteX22" fmla="*/ 25717 w 120015"/>
                <a:gd name="connsiteY22" fmla="*/ 43815 h 241935"/>
                <a:gd name="connsiteX23" fmla="*/ 80010 w 120015"/>
                <a:gd name="connsiteY23" fmla="*/ 0 h 241935"/>
                <a:gd name="connsiteX24" fmla="*/ 115253 w 120015"/>
                <a:gd name="connsiteY24" fmla="*/ 2857 h 241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015" h="241935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6C9E2C3-5141-D356-2D45-B8ABE7B892B4}"/>
                </a:ext>
              </a:extLst>
            </p:cNvPr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8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3 w 154304"/>
                <a:gd name="connsiteY9" fmla="*/ 4763 h 176212"/>
                <a:gd name="connsiteX10" fmla="*/ 46673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58046B0-6954-CCCD-29AD-64739DFF564B}"/>
                </a:ext>
              </a:extLst>
            </p:cNvPr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>
                <a:gd name="connsiteX0" fmla="*/ 64770 w 105727"/>
                <a:gd name="connsiteY0" fmla="*/ 243 h 225032"/>
                <a:gd name="connsiteX1" fmla="*/ 69533 w 105727"/>
                <a:gd name="connsiteY1" fmla="*/ 5005 h 225032"/>
                <a:gd name="connsiteX2" fmla="*/ 69533 w 105727"/>
                <a:gd name="connsiteY2" fmla="*/ 49773 h 225032"/>
                <a:gd name="connsiteX3" fmla="*/ 98108 w 105727"/>
                <a:gd name="connsiteY3" fmla="*/ 49773 h 225032"/>
                <a:gd name="connsiteX4" fmla="*/ 103823 w 105727"/>
                <a:gd name="connsiteY4" fmla="*/ 54535 h 225032"/>
                <a:gd name="connsiteX5" fmla="*/ 103823 w 105727"/>
                <a:gd name="connsiteY5" fmla="*/ 79300 h 225032"/>
                <a:gd name="connsiteX6" fmla="*/ 98108 w 105727"/>
                <a:gd name="connsiteY6" fmla="*/ 84063 h 225032"/>
                <a:gd name="connsiteX7" fmla="*/ 69533 w 105727"/>
                <a:gd name="connsiteY7" fmla="*/ 84063 h 225032"/>
                <a:gd name="connsiteX8" fmla="*/ 69533 w 105727"/>
                <a:gd name="connsiteY8" fmla="*/ 168835 h 225032"/>
                <a:gd name="connsiteX9" fmla="*/ 87630 w 105727"/>
                <a:gd name="connsiteY9" fmla="*/ 185028 h 225032"/>
                <a:gd name="connsiteX10" fmla="*/ 100013 w 105727"/>
                <a:gd name="connsiteY10" fmla="*/ 185028 h 225032"/>
                <a:gd name="connsiteX11" fmla="*/ 105728 w 105727"/>
                <a:gd name="connsiteY11" fmla="*/ 189790 h 225032"/>
                <a:gd name="connsiteX12" fmla="*/ 105728 w 105727"/>
                <a:gd name="connsiteY12" fmla="*/ 216460 h 225032"/>
                <a:gd name="connsiteX13" fmla="*/ 100965 w 105727"/>
                <a:gd name="connsiteY13" fmla="*/ 222175 h 225032"/>
                <a:gd name="connsiteX14" fmla="*/ 74295 w 105727"/>
                <a:gd name="connsiteY14" fmla="*/ 225033 h 225032"/>
                <a:gd name="connsiteX15" fmla="*/ 22860 w 105727"/>
                <a:gd name="connsiteY15" fmla="*/ 185028 h 225032"/>
                <a:gd name="connsiteX16" fmla="*/ 22860 w 105727"/>
                <a:gd name="connsiteY16" fmla="*/ 83110 h 225032"/>
                <a:gd name="connsiteX17" fmla="*/ 4763 w 105727"/>
                <a:gd name="connsiteY17" fmla="*/ 83110 h 225032"/>
                <a:gd name="connsiteX18" fmla="*/ 0 w 105727"/>
                <a:gd name="connsiteY18" fmla="*/ 78348 h 225032"/>
                <a:gd name="connsiteX19" fmla="*/ 0 w 105727"/>
                <a:gd name="connsiteY19" fmla="*/ 53583 h 225032"/>
                <a:gd name="connsiteX20" fmla="*/ 4763 w 105727"/>
                <a:gd name="connsiteY20" fmla="*/ 48820 h 225032"/>
                <a:gd name="connsiteX21" fmla="*/ 22860 w 105727"/>
                <a:gd name="connsiteY21" fmla="*/ 48820 h 225032"/>
                <a:gd name="connsiteX22" fmla="*/ 22860 w 105727"/>
                <a:gd name="connsiteY22" fmla="*/ 14530 h 225032"/>
                <a:gd name="connsiteX23" fmla="*/ 27623 w 105727"/>
                <a:gd name="connsiteY23" fmla="*/ 9768 h 225032"/>
                <a:gd name="connsiteX24" fmla="*/ 64770 w 105727"/>
                <a:gd name="connsiteY24" fmla="*/ 243 h 225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05727" h="225032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78702D-9A87-8C17-1EA0-6578B0AE128E}"/>
                </a:ext>
              </a:extLst>
            </p:cNvPr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>
                <a:gd name="connsiteX0" fmla="*/ 149542 w 154304"/>
                <a:gd name="connsiteY0" fmla="*/ 0 h 176212"/>
                <a:gd name="connsiteX1" fmla="*/ 154305 w 154304"/>
                <a:gd name="connsiteY1" fmla="*/ 4763 h 176212"/>
                <a:gd name="connsiteX2" fmla="*/ 154305 w 154304"/>
                <a:gd name="connsiteY2" fmla="*/ 164783 h 176212"/>
                <a:gd name="connsiteX3" fmla="*/ 149542 w 154304"/>
                <a:gd name="connsiteY3" fmla="*/ 170498 h 176212"/>
                <a:gd name="connsiteX4" fmla="*/ 75247 w 154304"/>
                <a:gd name="connsiteY4" fmla="*/ 176213 h 176212"/>
                <a:gd name="connsiteX5" fmla="*/ 0 w 154304"/>
                <a:gd name="connsiteY5" fmla="*/ 100965 h 176212"/>
                <a:gd name="connsiteX6" fmla="*/ 0 w 154304"/>
                <a:gd name="connsiteY6" fmla="*/ 4763 h 176212"/>
                <a:gd name="connsiteX7" fmla="*/ 4763 w 154304"/>
                <a:gd name="connsiteY7" fmla="*/ 0 h 176212"/>
                <a:gd name="connsiteX8" fmla="*/ 41910 w 154304"/>
                <a:gd name="connsiteY8" fmla="*/ 0 h 176212"/>
                <a:gd name="connsiteX9" fmla="*/ 46672 w 154304"/>
                <a:gd name="connsiteY9" fmla="*/ 4763 h 176212"/>
                <a:gd name="connsiteX10" fmla="*/ 46672 w 154304"/>
                <a:gd name="connsiteY10" fmla="*/ 88583 h 176212"/>
                <a:gd name="connsiteX11" fmla="*/ 80010 w 154304"/>
                <a:gd name="connsiteY11" fmla="*/ 135255 h 176212"/>
                <a:gd name="connsiteX12" fmla="*/ 107633 w 154304"/>
                <a:gd name="connsiteY12" fmla="*/ 135255 h 176212"/>
                <a:gd name="connsiteX13" fmla="*/ 107633 w 154304"/>
                <a:gd name="connsiteY13" fmla="*/ 4763 h 176212"/>
                <a:gd name="connsiteX14" fmla="*/ 112395 w 154304"/>
                <a:gd name="connsiteY14" fmla="*/ 0 h 176212"/>
                <a:gd name="connsiteX15" fmla="*/ 149542 w 154304"/>
                <a:gd name="connsiteY15" fmla="*/ 0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4304" h="176212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A4A1364-57CD-D8DA-9B68-A9A4060A9251}"/>
                </a:ext>
              </a:extLst>
            </p:cNvPr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>
                <a:gd name="connsiteX0" fmla="*/ 98108 w 102870"/>
                <a:gd name="connsiteY0" fmla="*/ 2857 h 176212"/>
                <a:gd name="connsiteX1" fmla="*/ 102870 w 102870"/>
                <a:gd name="connsiteY1" fmla="*/ 9525 h 176212"/>
                <a:gd name="connsiteX2" fmla="*/ 102870 w 102870"/>
                <a:gd name="connsiteY2" fmla="*/ 35242 h 176212"/>
                <a:gd name="connsiteX3" fmla="*/ 97155 w 102870"/>
                <a:gd name="connsiteY3" fmla="*/ 40005 h 176212"/>
                <a:gd name="connsiteX4" fmla="*/ 67628 w 102870"/>
                <a:gd name="connsiteY4" fmla="*/ 40005 h 176212"/>
                <a:gd name="connsiteX5" fmla="*/ 45720 w 102870"/>
                <a:gd name="connsiteY5" fmla="*/ 56198 h 176212"/>
                <a:gd name="connsiteX6" fmla="*/ 45720 w 102870"/>
                <a:gd name="connsiteY6" fmla="*/ 171450 h 176212"/>
                <a:gd name="connsiteX7" fmla="*/ 40958 w 102870"/>
                <a:gd name="connsiteY7" fmla="*/ 176213 h 176212"/>
                <a:gd name="connsiteX8" fmla="*/ 4763 w 102870"/>
                <a:gd name="connsiteY8" fmla="*/ 176213 h 176212"/>
                <a:gd name="connsiteX9" fmla="*/ 0 w 102870"/>
                <a:gd name="connsiteY9" fmla="*/ 171450 h 176212"/>
                <a:gd name="connsiteX10" fmla="*/ 0 w 102870"/>
                <a:gd name="connsiteY10" fmla="*/ 43815 h 176212"/>
                <a:gd name="connsiteX11" fmla="*/ 56197 w 102870"/>
                <a:gd name="connsiteY11" fmla="*/ 0 h 176212"/>
                <a:gd name="connsiteX12" fmla="*/ 98108 w 102870"/>
                <a:gd name="connsiteY12" fmla="*/ 2857 h 176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2870" h="176212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3A894E5-FA8A-1588-8ABF-AF3637A9F7AF}"/>
                </a:ext>
              </a:extLst>
            </p:cNvPr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>
                <a:gd name="connsiteX0" fmla="*/ 153353 w 153352"/>
                <a:gd name="connsiteY0" fmla="*/ 85762 h 177201"/>
                <a:gd name="connsiteX1" fmla="*/ 153353 w 153352"/>
                <a:gd name="connsiteY1" fmla="*/ 95287 h 177201"/>
                <a:gd name="connsiteX2" fmla="*/ 143828 w 153352"/>
                <a:gd name="connsiteY2" fmla="*/ 103860 h 177201"/>
                <a:gd name="connsiteX3" fmla="*/ 46673 w 153352"/>
                <a:gd name="connsiteY3" fmla="*/ 103860 h 177201"/>
                <a:gd name="connsiteX4" fmla="*/ 81915 w 153352"/>
                <a:gd name="connsiteY4" fmla="*/ 137197 h 177201"/>
                <a:gd name="connsiteX5" fmla="*/ 137160 w 153352"/>
                <a:gd name="connsiteY5" fmla="*/ 137197 h 177201"/>
                <a:gd name="connsiteX6" fmla="*/ 141923 w 153352"/>
                <a:gd name="connsiteY6" fmla="*/ 141960 h 177201"/>
                <a:gd name="connsiteX7" fmla="*/ 141923 w 153352"/>
                <a:gd name="connsiteY7" fmla="*/ 167677 h 177201"/>
                <a:gd name="connsiteX8" fmla="*/ 137160 w 153352"/>
                <a:gd name="connsiteY8" fmla="*/ 172439 h 177201"/>
                <a:gd name="connsiteX9" fmla="*/ 78105 w 153352"/>
                <a:gd name="connsiteY9" fmla="*/ 177202 h 177201"/>
                <a:gd name="connsiteX10" fmla="*/ 0 w 153352"/>
                <a:gd name="connsiteY10" fmla="*/ 88620 h 177201"/>
                <a:gd name="connsiteX11" fmla="*/ 78105 w 153352"/>
                <a:gd name="connsiteY11" fmla="*/ 37 h 177201"/>
                <a:gd name="connsiteX12" fmla="*/ 153353 w 153352"/>
                <a:gd name="connsiteY12" fmla="*/ 85762 h 177201"/>
                <a:gd name="connsiteX13" fmla="*/ 45720 w 153352"/>
                <a:gd name="connsiteY13" fmla="*/ 73379 h 177201"/>
                <a:gd name="connsiteX14" fmla="*/ 107633 w 153352"/>
                <a:gd name="connsiteY14" fmla="*/ 73379 h 177201"/>
                <a:gd name="connsiteX15" fmla="*/ 77153 w 153352"/>
                <a:gd name="connsiteY15" fmla="*/ 39089 h 177201"/>
                <a:gd name="connsiteX16" fmla="*/ 45720 w 153352"/>
                <a:gd name="connsiteY16" fmla="*/ 73379 h 177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3352" h="177201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4C9624B-F8E3-85AA-2986-0909FE925255}"/>
                </a:ext>
              </a:extLst>
            </p:cNvPr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>
                <a:gd name="connsiteX0" fmla="*/ 236563 w 240716"/>
                <a:gd name="connsiteY0" fmla="*/ 0 h 171450"/>
                <a:gd name="connsiteX1" fmla="*/ 240373 w 240716"/>
                <a:gd name="connsiteY1" fmla="*/ 4763 h 171450"/>
                <a:gd name="connsiteX2" fmla="*/ 212751 w 240716"/>
                <a:gd name="connsiteY2" fmla="*/ 136208 h 171450"/>
                <a:gd name="connsiteX3" fmla="*/ 176556 w 240716"/>
                <a:gd name="connsiteY3" fmla="*/ 171450 h 171450"/>
                <a:gd name="connsiteX4" fmla="*/ 140361 w 240716"/>
                <a:gd name="connsiteY4" fmla="*/ 136208 h 171450"/>
                <a:gd name="connsiteX5" fmla="*/ 120358 w 240716"/>
                <a:gd name="connsiteY5" fmla="*/ 49530 h 171450"/>
                <a:gd name="connsiteX6" fmla="*/ 100356 w 240716"/>
                <a:gd name="connsiteY6" fmla="*/ 136208 h 171450"/>
                <a:gd name="connsiteX7" fmla="*/ 64161 w 240716"/>
                <a:gd name="connsiteY7" fmla="*/ 171450 h 171450"/>
                <a:gd name="connsiteX8" fmla="*/ 27966 w 240716"/>
                <a:gd name="connsiteY8" fmla="*/ 136208 h 171450"/>
                <a:gd name="connsiteX9" fmla="*/ 344 w 240716"/>
                <a:gd name="connsiteY9" fmla="*/ 4763 h 171450"/>
                <a:gd name="connsiteX10" fmla="*/ 4154 w 240716"/>
                <a:gd name="connsiteY10" fmla="*/ 0 h 171450"/>
                <a:gd name="connsiteX11" fmla="*/ 27013 w 240716"/>
                <a:gd name="connsiteY11" fmla="*/ 0 h 171450"/>
                <a:gd name="connsiteX12" fmla="*/ 30823 w 240716"/>
                <a:gd name="connsiteY12" fmla="*/ 4763 h 171450"/>
                <a:gd name="connsiteX13" fmla="*/ 56541 w 240716"/>
                <a:gd name="connsiteY13" fmla="*/ 132398 h 171450"/>
                <a:gd name="connsiteX14" fmla="*/ 65113 w 240716"/>
                <a:gd name="connsiteY14" fmla="*/ 143827 h 171450"/>
                <a:gd name="connsiteX15" fmla="*/ 73686 w 240716"/>
                <a:gd name="connsiteY15" fmla="*/ 132398 h 171450"/>
                <a:gd name="connsiteX16" fmla="*/ 103213 w 240716"/>
                <a:gd name="connsiteY16" fmla="*/ 9525 h 171450"/>
                <a:gd name="connsiteX17" fmla="*/ 107976 w 240716"/>
                <a:gd name="connsiteY17" fmla="*/ 4763 h 171450"/>
                <a:gd name="connsiteX18" fmla="*/ 133694 w 240716"/>
                <a:gd name="connsiteY18" fmla="*/ 4763 h 171450"/>
                <a:gd name="connsiteX19" fmla="*/ 138456 w 240716"/>
                <a:gd name="connsiteY19" fmla="*/ 9525 h 171450"/>
                <a:gd name="connsiteX20" fmla="*/ 168936 w 240716"/>
                <a:gd name="connsiteY20" fmla="*/ 132398 h 171450"/>
                <a:gd name="connsiteX21" fmla="*/ 177508 w 240716"/>
                <a:gd name="connsiteY21" fmla="*/ 143827 h 171450"/>
                <a:gd name="connsiteX22" fmla="*/ 186081 w 240716"/>
                <a:gd name="connsiteY22" fmla="*/ 132398 h 171450"/>
                <a:gd name="connsiteX23" fmla="*/ 211798 w 240716"/>
                <a:gd name="connsiteY23" fmla="*/ 4763 h 171450"/>
                <a:gd name="connsiteX24" fmla="*/ 215608 w 240716"/>
                <a:gd name="connsiteY24" fmla="*/ 0 h 171450"/>
                <a:gd name="connsiteX25" fmla="*/ 236563 w 240716"/>
                <a:gd name="connsiteY25" fmla="*/ 0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40716" h="17145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BFDCEE73-CC6A-8C17-C7AF-36766DEA51D9}"/>
                </a:ext>
              </a:extLst>
            </p:cNvPr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>
                <a:gd name="connsiteX0" fmla="*/ 140970 w 140969"/>
                <a:gd name="connsiteY0" fmla="*/ 82868 h 173355"/>
                <a:gd name="connsiteX1" fmla="*/ 140970 w 140969"/>
                <a:gd name="connsiteY1" fmla="*/ 91440 h 173355"/>
                <a:gd name="connsiteX2" fmla="*/ 129540 w 140969"/>
                <a:gd name="connsiteY2" fmla="*/ 100013 h 173355"/>
                <a:gd name="connsiteX3" fmla="*/ 30480 w 140969"/>
                <a:gd name="connsiteY3" fmla="*/ 100013 h 173355"/>
                <a:gd name="connsiteX4" fmla="*/ 71438 w 140969"/>
                <a:gd name="connsiteY4" fmla="*/ 147638 h 173355"/>
                <a:gd name="connsiteX5" fmla="*/ 122872 w 140969"/>
                <a:gd name="connsiteY5" fmla="*/ 147638 h 173355"/>
                <a:gd name="connsiteX6" fmla="*/ 127635 w 140969"/>
                <a:gd name="connsiteY6" fmla="*/ 152400 h 173355"/>
                <a:gd name="connsiteX7" fmla="*/ 127635 w 140969"/>
                <a:gd name="connsiteY7" fmla="*/ 165735 h 173355"/>
                <a:gd name="connsiteX8" fmla="*/ 122872 w 140969"/>
                <a:gd name="connsiteY8" fmla="*/ 170498 h 173355"/>
                <a:gd name="connsiteX9" fmla="*/ 70485 w 140969"/>
                <a:gd name="connsiteY9" fmla="*/ 173355 h 173355"/>
                <a:gd name="connsiteX10" fmla="*/ 0 w 140969"/>
                <a:gd name="connsiteY10" fmla="*/ 86678 h 173355"/>
                <a:gd name="connsiteX11" fmla="*/ 70485 w 140969"/>
                <a:gd name="connsiteY11" fmla="*/ 0 h 173355"/>
                <a:gd name="connsiteX12" fmla="*/ 140970 w 140969"/>
                <a:gd name="connsiteY12" fmla="*/ 82868 h 173355"/>
                <a:gd name="connsiteX13" fmla="*/ 30480 w 140969"/>
                <a:gd name="connsiteY13" fmla="*/ 76200 h 173355"/>
                <a:gd name="connsiteX14" fmla="*/ 111442 w 140969"/>
                <a:gd name="connsiteY14" fmla="*/ 76200 h 173355"/>
                <a:gd name="connsiteX15" fmla="*/ 72390 w 140969"/>
                <a:gd name="connsiteY15" fmla="*/ 26670 h 173355"/>
                <a:gd name="connsiteX16" fmla="*/ 30480 w 140969"/>
                <a:gd name="connsiteY16" fmla="*/ 76200 h 173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969" h="173355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13A7474-0526-F336-D568-0F40AB0EDE87}"/>
                </a:ext>
              </a:extLst>
            </p:cNvPr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>
                <a:gd name="connsiteX0" fmla="*/ 120015 w 124777"/>
                <a:gd name="connsiteY0" fmla="*/ 2279 h 173728"/>
                <a:gd name="connsiteX1" fmla="*/ 124778 w 124777"/>
                <a:gd name="connsiteY1" fmla="*/ 7994 h 173728"/>
                <a:gd name="connsiteX2" fmla="*/ 124778 w 124777"/>
                <a:gd name="connsiteY2" fmla="*/ 21329 h 173728"/>
                <a:gd name="connsiteX3" fmla="*/ 120015 w 124777"/>
                <a:gd name="connsiteY3" fmla="*/ 26091 h 173728"/>
                <a:gd name="connsiteX4" fmla="*/ 73343 w 124777"/>
                <a:gd name="connsiteY4" fmla="*/ 26091 h 173728"/>
                <a:gd name="connsiteX5" fmla="*/ 31433 w 124777"/>
                <a:gd name="connsiteY5" fmla="*/ 87051 h 173728"/>
                <a:gd name="connsiteX6" fmla="*/ 73343 w 124777"/>
                <a:gd name="connsiteY6" fmla="*/ 147059 h 173728"/>
                <a:gd name="connsiteX7" fmla="*/ 120015 w 124777"/>
                <a:gd name="connsiteY7" fmla="*/ 147059 h 173728"/>
                <a:gd name="connsiteX8" fmla="*/ 124778 w 124777"/>
                <a:gd name="connsiteY8" fmla="*/ 151821 h 173728"/>
                <a:gd name="connsiteX9" fmla="*/ 124778 w 124777"/>
                <a:gd name="connsiteY9" fmla="*/ 165156 h 173728"/>
                <a:gd name="connsiteX10" fmla="*/ 120015 w 124777"/>
                <a:gd name="connsiteY10" fmla="*/ 170871 h 173728"/>
                <a:gd name="connsiteX11" fmla="*/ 72390 w 124777"/>
                <a:gd name="connsiteY11" fmla="*/ 173729 h 173728"/>
                <a:gd name="connsiteX12" fmla="*/ 0 w 124777"/>
                <a:gd name="connsiteY12" fmla="*/ 87051 h 173728"/>
                <a:gd name="connsiteX13" fmla="*/ 72390 w 124777"/>
                <a:gd name="connsiteY13" fmla="*/ 374 h 173728"/>
                <a:gd name="connsiteX14" fmla="*/ 120015 w 124777"/>
                <a:gd name="connsiteY14" fmla="*/ 2279 h 173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24777" h="173728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1D2D0CE5-2CBA-3650-ABC4-CDD58FB224C4}"/>
                </a:ext>
              </a:extLst>
            </p:cNvPr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249888E-934F-9B0B-2700-EF369D38D6F1}"/>
                </a:ext>
              </a:extLst>
            </p:cNvPr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>
                <a:gd name="connsiteX0" fmla="*/ 142875 w 142875"/>
                <a:gd name="connsiteY0" fmla="*/ 71517 h 170577"/>
                <a:gd name="connsiteX1" fmla="*/ 142875 w 142875"/>
                <a:gd name="connsiteY1" fmla="*/ 165815 h 170577"/>
                <a:gd name="connsiteX2" fmla="*/ 137160 w 142875"/>
                <a:gd name="connsiteY2" fmla="*/ 170577 h 170577"/>
                <a:gd name="connsiteX3" fmla="*/ 117157 w 142875"/>
                <a:gd name="connsiteY3" fmla="*/ 170577 h 170577"/>
                <a:gd name="connsiteX4" fmla="*/ 112395 w 142875"/>
                <a:gd name="connsiteY4" fmla="*/ 165815 h 170577"/>
                <a:gd name="connsiteX5" fmla="*/ 112395 w 142875"/>
                <a:gd name="connsiteY5" fmla="*/ 74375 h 170577"/>
                <a:gd name="connsiteX6" fmla="*/ 73343 w 142875"/>
                <a:gd name="connsiteY6" fmla="*/ 24845 h 170577"/>
                <a:gd name="connsiteX7" fmla="*/ 30480 w 142875"/>
                <a:gd name="connsiteY7" fmla="*/ 24845 h 170577"/>
                <a:gd name="connsiteX8" fmla="*/ 30480 w 142875"/>
                <a:gd name="connsiteY8" fmla="*/ 165815 h 170577"/>
                <a:gd name="connsiteX9" fmla="*/ 25718 w 142875"/>
                <a:gd name="connsiteY9" fmla="*/ 170577 h 170577"/>
                <a:gd name="connsiteX10" fmla="*/ 4763 w 142875"/>
                <a:gd name="connsiteY10" fmla="*/ 170577 h 170577"/>
                <a:gd name="connsiteX11" fmla="*/ 0 w 142875"/>
                <a:gd name="connsiteY11" fmla="*/ 165815 h 170577"/>
                <a:gd name="connsiteX12" fmla="*/ 0 w 142875"/>
                <a:gd name="connsiteY12" fmla="*/ 9605 h 170577"/>
                <a:gd name="connsiteX13" fmla="*/ 4763 w 142875"/>
                <a:gd name="connsiteY13" fmla="*/ 4842 h 170577"/>
                <a:gd name="connsiteX14" fmla="*/ 69532 w 142875"/>
                <a:gd name="connsiteY14" fmla="*/ 80 h 170577"/>
                <a:gd name="connsiteX15" fmla="*/ 142875 w 142875"/>
                <a:gd name="connsiteY15" fmla="*/ 71517 h 170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875" h="170577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96CD30A-B564-ABD4-5F9F-015F33A3C0FB}"/>
                </a:ext>
              </a:extLst>
            </p:cNvPr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>
                <a:gd name="connsiteX0" fmla="*/ 134302 w 134302"/>
                <a:gd name="connsiteY0" fmla="*/ 48577 h 172402"/>
                <a:gd name="connsiteX1" fmla="*/ 134302 w 134302"/>
                <a:gd name="connsiteY1" fmla="*/ 157163 h 172402"/>
                <a:gd name="connsiteX2" fmla="*/ 128588 w 134302"/>
                <a:gd name="connsiteY2" fmla="*/ 165735 h 172402"/>
                <a:gd name="connsiteX3" fmla="*/ 60007 w 134302"/>
                <a:gd name="connsiteY3" fmla="*/ 172402 h 172402"/>
                <a:gd name="connsiteX4" fmla="*/ 0 w 134302"/>
                <a:gd name="connsiteY4" fmla="*/ 121920 h 172402"/>
                <a:gd name="connsiteX5" fmla="*/ 55245 w 134302"/>
                <a:gd name="connsiteY5" fmla="*/ 74295 h 172402"/>
                <a:gd name="connsiteX6" fmla="*/ 105727 w 134302"/>
                <a:gd name="connsiteY6" fmla="*/ 74295 h 172402"/>
                <a:gd name="connsiteX7" fmla="*/ 105727 w 134302"/>
                <a:gd name="connsiteY7" fmla="*/ 53340 h 172402"/>
                <a:gd name="connsiteX8" fmla="*/ 65722 w 134302"/>
                <a:gd name="connsiteY8" fmla="*/ 25717 h 172402"/>
                <a:gd name="connsiteX9" fmla="*/ 19050 w 134302"/>
                <a:gd name="connsiteY9" fmla="*/ 25717 h 172402"/>
                <a:gd name="connsiteX10" fmla="*/ 14288 w 134302"/>
                <a:gd name="connsiteY10" fmla="*/ 20955 h 172402"/>
                <a:gd name="connsiteX11" fmla="*/ 14288 w 134302"/>
                <a:gd name="connsiteY11" fmla="*/ 8572 h 172402"/>
                <a:gd name="connsiteX12" fmla="*/ 19050 w 134302"/>
                <a:gd name="connsiteY12" fmla="*/ 3810 h 172402"/>
                <a:gd name="connsiteX13" fmla="*/ 65722 w 134302"/>
                <a:gd name="connsiteY13" fmla="*/ 0 h 172402"/>
                <a:gd name="connsiteX14" fmla="*/ 134302 w 134302"/>
                <a:gd name="connsiteY14" fmla="*/ 48577 h 172402"/>
                <a:gd name="connsiteX15" fmla="*/ 54292 w 134302"/>
                <a:gd name="connsiteY15" fmla="*/ 99060 h 172402"/>
                <a:gd name="connsiteX16" fmla="*/ 28575 w 134302"/>
                <a:gd name="connsiteY16" fmla="*/ 121920 h 172402"/>
                <a:gd name="connsiteX17" fmla="*/ 64770 w 134302"/>
                <a:gd name="connsiteY17" fmla="*/ 146685 h 172402"/>
                <a:gd name="connsiteX18" fmla="*/ 104775 w 134302"/>
                <a:gd name="connsiteY18" fmla="*/ 142875 h 172402"/>
                <a:gd name="connsiteX19" fmla="*/ 104775 w 134302"/>
                <a:gd name="connsiteY19" fmla="*/ 98107 h 172402"/>
                <a:gd name="connsiteX20" fmla="*/ 54292 w 134302"/>
                <a:gd name="connsiteY20" fmla="*/ 98107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34302" h="172402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020B317-FB69-E8AD-05FD-6C87FBC1BE8D}"/>
                </a:ext>
              </a:extLst>
            </p:cNvPr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7EC15C41-FFA9-39CB-698E-BE11BB7CB6A2}"/>
                </a:ext>
              </a:extLst>
            </p:cNvPr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>
                <a:gd name="connsiteX0" fmla="*/ 25717 w 30479"/>
                <a:gd name="connsiteY0" fmla="*/ 0 h 235267"/>
                <a:gd name="connsiteX1" fmla="*/ 30480 w 30479"/>
                <a:gd name="connsiteY1" fmla="*/ 4763 h 235267"/>
                <a:gd name="connsiteX2" fmla="*/ 30480 w 30479"/>
                <a:gd name="connsiteY2" fmla="*/ 230505 h 235267"/>
                <a:gd name="connsiteX3" fmla="*/ 25717 w 30479"/>
                <a:gd name="connsiteY3" fmla="*/ 235268 h 235267"/>
                <a:gd name="connsiteX4" fmla="*/ 4763 w 30479"/>
                <a:gd name="connsiteY4" fmla="*/ 235268 h 235267"/>
                <a:gd name="connsiteX5" fmla="*/ 0 w 30479"/>
                <a:gd name="connsiteY5" fmla="*/ 230505 h 235267"/>
                <a:gd name="connsiteX6" fmla="*/ 0 w 30479"/>
                <a:gd name="connsiteY6" fmla="*/ 4763 h 235267"/>
                <a:gd name="connsiteX7" fmla="*/ 4763 w 30479"/>
                <a:gd name="connsiteY7" fmla="*/ 0 h 235267"/>
                <a:gd name="connsiteX8" fmla="*/ 25717 w 30479"/>
                <a:gd name="connsiteY8" fmla="*/ 0 h 23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479" h="235267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ABBBE5D4-0930-5FAC-C148-B3B528F35B0D}"/>
                </a:ext>
              </a:extLst>
            </p:cNvPr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>
                <a:gd name="connsiteX0" fmla="*/ 45720 w 91440"/>
                <a:gd name="connsiteY0" fmla="*/ 248 h 220275"/>
                <a:gd name="connsiteX1" fmla="*/ 51435 w 91440"/>
                <a:gd name="connsiteY1" fmla="*/ 4058 h 220275"/>
                <a:gd name="connsiteX2" fmla="*/ 51435 w 91440"/>
                <a:gd name="connsiteY2" fmla="*/ 47873 h 220275"/>
                <a:gd name="connsiteX3" fmla="*/ 83820 w 91440"/>
                <a:gd name="connsiteY3" fmla="*/ 47873 h 220275"/>
                <a:gd name="connsiteX4" fmla="*/ 88582 w 91440"/>
                <a:gd name="connsiteY4" fmla="*/ 52635 h 220275"/>
                <a:gd name="connsiteX5" fmla="*/ 88582 w 91440"/>
                <a:gd name="connsiteY5" fmla="*/ 66923 h 220275"/>
                <a:gd name="connsiteX6" fmla="*/ 83820 w 91440"/>
                <a:gd name="connsiteY6" fmla="*/ 71685 h 220275"/>
                <a:gd name="connsiteX7" fmla="*/ 51435 w 91440"/>
                <a:gd name="connsiteY7" fmla="*/ 71685 h 220275"/>
                <a:gd name="connsiteX8" fmla="*/ 51435 w 91440"/>
                <a:gd name="connsiteY8" fmla="*/ 176460 h 220275"/>
                <a:gd name="connsiteX9" fmla="*/ 71438 w 91440"/>
                <a:gd name="connsiteY9" fmla="*/ 193605 h 220275"/>
                <a:gd name="connsiteX10" fmla="*/ 86678 w 91440"/>
                <a:gd name="connsiteY10" fmla="*/ 193605 h 220275"/>
                <a:gd name="connsiteX11" fmla="*/ 91440 w 91440"/>
                <a:gd name="connsiteY11" fmla="*/ 198368 h 220275"/>
                <a:gd name="connsiteX12" fmla="*/ 91440 w 91440"/>
                <a:gd name="connsiteY12" fmla="*/ 213608 h 220275"/>
                <a:gd name="connsiteX13" fmla="*/ 86678 w 91440"/>
                <a:gd name="connsiteY13" fmla="*/ 218370 h 220275"/>
                <a:gd name="connsiteX14" fmla="*/ 69532 w 91440"/>
                <a:gd name="connsiteY14" fmla="*/ 220275 h 220275"/>
                <a:gd name="connsiteX15" fmla="*/ 21907 w 91440"/>
                <a:gd name="connsiteY15" fmla="*/ 185033 h 220275"/>
                <a:gd name="connsiteX16" fmla="*/ 21907 w 91440"/>
                <a:gd name="connsiteY16" fmla="*/ 71685 h 220275"/>
                <a:gd name="connsiteX17" fmla="*/ 4763 w 91440"/>
                <a:gd name="connsiteY17" fmla="*/ 71685 h 220275"/>
                <a:gd name="connsiteX18" fmla="*/ 0 w 91440"/>
                <a:gd name="connsiteY18" fmla="*/ 66923 h 220275"/>
                <a:gd name="connsiteX19" fmla="*/ 0 w 91440"/>
                <a:gd name="connsiteY19" fmla="*/ 52635 h 220275"/>
                <a:gd name="connsiteX20" fmla="*/ 4763 w 91440"/>
                <a:gd name="connsiteY20" fmla="*/ 47873 h 220275"/>
                <a:gd name="connsiteX21" fmla="*/ 21907 w 91440"/>
                <a:gd name="connsiteY21" fmla="*/ 47873 h 220275"/>
                <a:gd name="connsiteX22" fmla="*/ 21907 w 91440"/>
                <a:gd name="connsiteY22" fmla="*/ 10725 h 220275"/>
                <a:gd name="connsiteX23" fmla="*/ 25718 w 91440"/>
                <a:gd name="connsiteY23" fmla="*/ 5963 h 220275"/>
                <a:gd name="connsiteX24" fmla="*/ 45720 w 91440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1440" h="220275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C72F1491-F2FF-A656-3BEC-5BE809F1C344}"/>
                </a:ext>
              </a:extLst>
            </p:cNvPr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>
                <a:gd name="connsiteX0" fmla="*/ 82868 w 87630"/>
                <a:gd name="connsiteY0" fmla="*/ 3810 h 173354"/>
                <a:gd name="connsiteX1" fmla="*/ 87630 w 87630"/>
                <a:gd name="connsiteY1" fmla="*/ 9525 h 173354"/>
                <a:gd name="connsiteX2" fmla="*/ 87630 w 87630"/>
                <a:gd name="connsiteY2" fmla="*/ 22860 h 173354"/>
                <a:gd name="connsiteX3" fmla="*/ 82868 w 87630"/>
                <a:gd name="connsiteY3" fmla="*/ 27622 h 173354"/>
                <a:gd name="connsiteX4" fmla="*/ 56197 w 87630"/>
                <a:gd name="connsiteY4" fmla="*/ 27622 h 173354"/>
                <a:gd name="connsiteX5" fmla="*/ 29528 w 87630"/>
                <a:gd name="connsiteY5" fmla="*/ 44767 h 173354"/>
                <a:gd name="connsiteX6" fmla="*/ 29528 w 87630"/>
                <a:gd name="connsiteY6" fmla="*/ 168592 h 173354"/>
                <a:gd name="connsiteX7" fmla="*/ 24765 w 87630"/>
                <a:gd name="connsiteY7" fmla="*/ 173355 h 173354"/>
                <a:gd name="connsiteX8" fmla="*/ 4763 w 87630"/>
                <a:gd name="connsiteY8" fmla="*/ 173355 h 173354"/>
                <a:gd name="connsiteX9" fmla="*/ 0 w 87630"/>
                <a:gd name="connsiteY9" fmla="*/ 168592 h 173354"/>
                <a:gd name="connsiteX10" fmla="*/ 0 w 87630"/>
                <a:gd name="connsiteY10" fmla="*/ 36195 h 173354"/>
                <a:gd name="connsiteX11" fmla="*/ 49530 w 87630"/>
                <a:gd name="connsiteY11" fmla="*/ 0 h 173354"/>
                <a:gd name="connsiteX12" fmla="*/ 82868 w 87630"/>
                <a:gd name="connsiteY12" fmla="*/ 3810 h 173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7630" h="173354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C6F22B1-CDBA-2043-1213-647D84503042}"/>
                </a:ext>
              </a:extLst>
            </p:cNvPr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>
                <a:gd name="connsiteX0" fmla="*/ 137160 w 141922"/>
                <a:gd name="connsiteY0" fmla="*/ 952 h 172402"/>
                <a:gd name="connsiteX1" fmla="*/ 141922 w 141922"/>
                <a:gd name="connsiteY1" fmla="*/ 5715 h 172402"/>
                <a:gd name="connsiteX2" fmla="*/ 141922 w 141922"/>
                <a:gd name="connsiteY2" fmla="*/ 162877 h 172402"/>
                <a:gd name="connsiteX3" fmla="*/ 137160 w 141922"/>
                <a:gd name="connsiteY3" fmla="*/ 167640 h 172402"/>
                <a:gd name="connsiteX4" fmla="*/ 72390 w 141922"/>
                <a:gd name="connsiteY4" fmla="*/ 172402 h 172402"/>
                <a:gd name="connsiteX5" fmla="*/ 0 w 141922"/>
                <a:gd name="connsiteY5" fmla="*/ 99060 h 172402"/>
                <a:gd name="connsiteX6" fmla="*/ 0 w 141922"/>
                <a:gd name="connsiteY6" fmla="*/ 4763 h 172402"/>
                <a:gd name="connsiteX7" fmla="*/ 5715 w 141922"/>
                <a:gd name="connsiteY7" fmla="*/ 0 h 172402"/>
                <a:gd name="connsiteX8" fmla="*/ 25717 w 141922"/>
                <a:gd name="connsiteY8" fmla="*/ 0 h 172402"/>
                <a:gd name="connsiteX9" fmla="*/ 30480 w 141922"/>
                <a:gd name="connsiteY9" fmla="*/ 4763 h 172402"/>
                <a:gd name="connsiteX10" fmla="*/ 30480 w 141922"/>
                <a:gd name="connsiteY10" fmla="*/ 96202 h 172402"/>
                <a:gd name="connsiteX11" fmla="*/ 69532 w 141922"/>
                <a:gd name="connsiteY11" fmla="*/ 145732 h 172402"/>
                <a:gd name="connsiteX12" fmla="*/ 112395 w 141922"/>
                <a:gd name="connsiteY12" fmla="*/ 145732 h 172402"/>
                <a:gd name="connsiteX13" fmla="*/ 112395 w 141922"/>
                <a:gd name="connsiteY13" fmla="*/ 5715 h 172402"/>
                <a:gd name="connsiteX14" fmla="*/ 117157 w 141922"/>
                <a:gd name="connsiteY14" fmla="*/ 952 h 172402"/>
                <a:gd name="connsiteX15" fmla="*/ 137160 w 141922"/>
                <a:gd name="connsiteY15" fmla="*/ 952 h 172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922" h="172402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A01EC6-4EE1-0E36-738E-4D3D26298190}"/>
                </a:ext>
              </a:extLst>
            </p:cNvPr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>
                <a:gd name="connsiteX0" fmla="*/ 114300 w 124777"/>
                <a:gd name="connsiteY0" fmla="*/ 3810 h 174307"/>
                <a:gd name="connsiteX1" fmla="*/ 119063 w 124777"/>
                <a:gd name="connsiteY1" fmla="*/ 8573 h 174307"/>
                <a:gd name="connsiteX2" fmla="*/ 119063 w 124777"/>
                <a:gd name="connsiteY2" fmla="*/ 21908 h 174307"/>
                <a:gd name="connsiteX3" fmla="*/ 114300 w 124777"/>
                <a:gd name="connsiteY3" fmla="*/ 26670 h 174307"/>
                <a:gd name="connsiteX4" fmla="*/ 56197 w 124777"/>
                <a:gd name="connsiteY4" fmla="*/ 26670 h 174307"/>
                <a:gd name="connsiteX5" fmla="*/ 33338 w 124777"/>
                <a:gd name="connsiteY5" fmla="*/ 42863 h 174307"/>
                <a:gd name="connsiteX6" fmla="*/ 33338 w 124777"/>
                <a:gd name="connsiteY6" fmla="*/ 46673 h 174307"/>
                <a:gd name="connsiteX7" fmla="*/ 52388 w 124777"/>
                <a:gd name="connsiteY7" fmla="*/ 68580 h 174307"/>
                <a:gd name="connsiteX8" fmla="*/ 93345 w 124777"/>
                <a:gd name="connsiteY8" fmla="*/ 84773 h 174307"/>
                <a:gd name="connsiteX9" fmla="*/ 124777 w 124777"/>
                <a:gd name="connsiteY9" fmla="*/ 128588 h 174307"/>
                <a:gd name="connsiteX10" fmla="*/ 124777 w 124777"/>
                <a:gd name="connsiteY10" fmla="*/ 132398 h 174307"/>
                <a:gd name="connsiteX11" fmla="*/ 61913 w 124777"/>
                <a:gd name="connsiteY11" fmla="*/ 174308 h 174307"/>
                <a:gd name="connsiteX12" fmla="*/ 4763 w 124777"/>
                <a:gd name="connsiteY12" fmla="*/ 171450 h 174307"/>
                <a:gd name="connsiteX13" fmla="*/ 0 w 124777"/>
                <a:gd name="connsiteY13" fmla="*/ 166688 h 174307"/>
                <a:gd name="connsiteX14" fmla="*/ 0 w 124777"/>
                <a:gd name="connsiteY14" fmla="*/ 153353 h 174307"/>
                <a:gd name="connsiteX15" fmla="*/ 4763 w 124777"/>
                <a:gd name="connsiteY15" fmla="*/ 148590 h 174307"/>
                <a:gd name="connsiteX16" fmla="*/ 61913 w 124777"/>
                <a:gd name="connsiteY16" fmla="*/ 148590 h 174307"/>
                <a:gd name="connsiteX17" fmla="*/ 94297 w 124777"/>
                <a:gd name="connsiteY17" fmla="*/ 132398 h 174307"/>
                <a:gd name="connsiteX18" fmla="*/ 94297 w 124777"/>
                <a:gd name="connsiteY18" fmla="*/ 128588 h 174307"/>
                <a:gd name="connsiteX19" fmla="*/ 76200 w 124777"/>
                <a:gd name="connsiteY19" fmla="*/ 107633 h 174307"/>
                <a:gd name="connsiteX20" fmla="*/ 32385 w 124777"/>
                <a:gd name="connsiteY20" fmla="*/ 90488 h 174307"/>
                <a:gd name="connsiteX21" fmla="*/ 2857 w 124777"/>
                <a:gd name="connsiteY21" fmla="*/ 45720 h 174307"/>
                <a:gd name="connsiteX22" fmla="*/ 2857 w 124777"/>
                <a:gd name="connsiteY22" fmla="*/ 39053 h 174307"/>
                <a:gd name="connsiteX23" fmla="*/ 65722 w 124777"/>
                <a:gd name="connsiteY23" fmla="*/ 0 h 174307"/>
                <a:gd name="connsiteX24" fmla="*/ 114300 w 124777"/>
                <a:gd name="connsiteY24" fmla="*/ 3810 h 174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4777" h="174307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D6624175-ADE2-8CBD-B95D-B156200F75A0}"/>
                </a:ext>
              </a:extLst>
            </p:cNvPr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>
                <a:gd name="connsiteX0" fmla="*/ 46672 w 92392"/>
                <a:gd name="connsiteY0" fmla="*/ 248 h 220275"/>
                <a:gd name="connsiteX1" fmla="*/ 52388 w 92392"/>
                <a:gd name="connsiteY1" fmla="*/ 4058 h 220275"/>
                <a:gd name="connsiteX2" fmla="*/ 52388 w 92392"/>
                <a:gd name="connsiteY2" fmla="*/ 47873 h 220275"/>
                <a:gd name="connsiteX3" fmla="*/ 84772 w 92392"/>
                <a:gd name="connsiteY3" fmla="*/ 47873 h 220275"/>
                <a:gd name="connsiteX4" fmla="*/ 89535 w 92392"/>
                <a:gd name="connsiteY4" fmla="*/ 52635 h 220275"/>
                <a:gd name="connsiteX5" fmla="*/ 89535 w 92392"/>
                <a:gd name="connsiteY5" fmla="*/ 66923 h 220275"/>
                <a:gd name="connsiteX6" fmla="*/ 84772 w 92392"/>
                <a:gd name="connsiteY6" fmla="*/ 71685 h 220275"/>
                <a:gd name="connsiteX7" fmla="*/ 52388 w 92392"/>
                <a:gd name="connsiteY7" fmla="*/ 71685 h 220275"/>
                <a:gd name="connsiteX8" fmla="*/ 52388 w 92392"/>
                <a:gd name="connsiteY8" fmla="*/ 176460 h 220275"/>
                <a:gd name="connsiteX9" fmla="*/ 72390 w 92392"/>
                <a:gd name="connsiteY9" fmla="*/ 193605 h 220275"/>
                <a:gd name="connsiteX10" fmla="*/ 87630 w 92392"/>
                <a:gd name="connsiteY10" fmla="*/ 193605 h 220275"/>
                <a:gd name="connsiteX11" fmla="*/ 92393 w 92392"/>
                <a:gd name="connsiteY11" fmla="*/ 198368 h 220275"/>
                <a:gd name="connsiteX12" fmla="*/ 92393 w 92392"/>
                <a:gd name="connsiteY12" fmla="*/ 213608 h 220275"/>
                <a:gd name="connsiteX13" fmla="*/ 87630 w 92392"/>
                <a:gd name="connsiteY13" fmla="*/ 218370 h 220275"/>
                <a:gd name="connsiteX14" fmla="*/ 70485 w 92392"/>
                <a:gd name="connsiteY14" fmla="*/ 220275 h 220275"/>
                <a:gd name="connsiteX15" fmla="*/ 22860 w 92392"/>
                <a:gd name="connsiteY15" fmla="*/ 185033 h 220275"/>
                <a:gd name="connsiteX16" fmla="*/ 22860 w 92392"/>
                <a:gd name="connsiteY16" fmla="*/ 71685 h 220275"/>
                <a:gd name="connsiteX17" fmla="*/ 4763 w 92392"/>
                <a:gd name="connsiteY17" fmla="*/ 71685 h 220275"/>
                <a:gd name="connsiteX18" fmla="*/ 0 w 92392"/>
                <a:gd name="connsiteY18" fmla="*/ 66923 h 220275"/>
                <a:gd name="connsiteX19" fmla="*/ 0 w 92392"/>
                <a:gd name="connsiteY19" fmla="*/ 52635 h 220275"/>
                <a:gd name="connsiteX20" fmla="*/ 4763 w 92392"/>
                <a:gd name="connsiteY20" fmla="*/ 47873 h 220275"/>
                <a:gd name="connsiteX21" fmla="*/ 21907 w 92392"/>
                <a:gd name="connsiteY21" fmla="*/ 47873 h 220275"/>
                <a:gd name="connsiteX22" fmla="*/ 21907 w 92392"/>
                <a:gd name="connsiteY22" fmla="*/ 10725 h 220275"/>
                <a:gd name="connsiteX23" fmla="*/ 25718 w 92392"/>
                <a:gd name="connsiteY23" fmla="*/ 5963 h 220275"/>
                <a:gd name="connsiteX24" fmla="*/ 46672 w 92392"/>
                <a:gd name="connsiteY24" fmla="*/ 248 h 220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2392" h="220275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1225784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E91B1F2-EDBD-F0E5-18E0-4293E776FB9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949700" y="0"/>
            <a:ext cx="8242300" cy="6102000"/>
          </a:xfrm>
          <a:custGeom>
            <a:avLst/>
            <a:gdLst>
              <a:gd name="connsiteX0" fmla="*/ 3254380 w 8242300"/>
              <a:gd name="connsiteY0" fmla="*/ 0 h 6102000"/>
              <a:gd name="connsiteX1" fmla="*/ 8242300 w 8242300"/>
              <a:gd name="connsiteY1" fmla="*/ 0 h 6102000"/>
              <a:gd name="connsiteX2" fmla="*/ 8242300 w 8242300"/>
              <a:gd name="connsiteY2" fmla="*/ 6076018 h 6102000"/>
              <a:gd name="connsiteX3" fmla="*/ 8228443 w 8242300"/>
              <a:gd name="connsiteY3" fmla="*/ 6102000 h 6102000"/>
              <a:gd name="connsiteX4" fmla="*/ 0 w 8242300"/>
              <a:gd name="connsiteY4" fmla="*/ 6102000 h 610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42300" h="6102000">
                <a:moveTo>
                  <a:pt x="3254380" y="0"/>
                </a:moveTo>
                <a:lnTo>
                  <a:pt x="8242300" y="0"/>
                </a:lnTo>
                <a:lnTo>
                  <a:pt x="8242300" y="6076018"/>
                </a:lnTo>
                <a:lnTo>
                  <a:pt x="8228443" y="6102000"/>
                </a:lnTo>
                <a:lnTo>
                  <a:pt x="0" y="6102000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5" name="Title 146">
            <a:extLst>
              <a:ext uri="{FF2B5EF4-FFF2-40B4-BE49-F238E27FC236}">
                <a16:creationId xmlns:a16="http://schemas.microsoft.com/office/drawing/2014/main" id="{8EB015E7-2B87-0782-45FD-A322B48CA2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0000" y="2127672"/>
            <a:ext cx="3853950" cy="1846659"/>
          </a:xfrm>
        </p:spPr>
        <p:txBody>
          <a:bodyPr wrap="square" lIns="0" tIns="0" rIns="0" bIns="0" anchor="ctr">
            <a:spAutoFit/>
          </a:bodyPr>
          <a:lstStyle>
            <a:lvl1pPr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Chapter title</a:t>
            </a:r>
            <a:br>
              <a:rPr lang="en-GB" noProof="0" dirty="0"/>
            </a:br>
            <a:r>
              <a:rPr lang="en-GB" noProof="0" dirty="0"/>
              <a:t>One, two or three lines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165D70-1CC5-41D3-B887-8286AC2B1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1"/>
            <a:ext cx="842682" cy="61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6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76000" y="1145369"/>
            <a:ext cx="8640000" cy="307777"/>
          </a:xfrm>
        </p:spPr>
        <p:txBody>
          <a:bodyPr wrap="square" lIns="0" tIns="0" rIns="0" bIns="0" anchor="t">
            <a:spAutoFit/>
          </a:bodyPr>
          <a:lstStyle>
            <a:lvl1pPr algn="ctr">
              <a:lnSpc>
                <a:spcPct val="100000"/>
              </a:lnSpc>
              <a:defRPr sz="2000" b="1" cap="all" spc="3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C2EF26AE-0E8B-41DE-038A-4F9ED9254CB9}"/>
              </a:ext>
            </a:extLst>
          </p:cNvPr>
          <p:cNvGrpSpPr/>
          <p:nvPr userDrawn="1"/>
        </p:nvGrpSpPr>
        <p:grpSpPr>
          <a:xfrm>
            <a:off x="5348942" y="1674097"/>
            <a:ext cx="1494116" cy="112014"/>
            <a:chOff x="10939447" y="523240"/>
            <a:chExt cx="1245096" cy="93345"/>
          </a:xfrm>
          <a:solidFill>
            <a:schemeClr val="tx2">
              <a:alpha val="20000"/>
            </a:schemeClr>
          </a:solidFill>
        </p:grpSpPr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5610C1ED-5852-0EE6-FF0A-96F4CB2CE64A}"/>
                </a:ext>
              </a:extLst>
            </p:cNvPr>
            <p:cNvSpPr/>
            <p:nvPr/>
          </p:nvSpPr>
          <p:spPr>
            <a:xfrm>
              <a:off x="1167806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343AB0C8-5813-3A04-543A-A355379EE61C}"/>
                </a:ext>
              </a:extLst>
            </p:cNvPr>
            <p:cNvSpPr/>
            <p:nvPr/>
          </p:nvSpPr>
          <p:spPr>
            <a:xfrm>
              <a:off x="1172151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2" name="Parallelogram 31">
              <a:extLst>
                <a:ext uri="{FF2B5EF4-FFF2-40B4-BE49-F238E27FC236}">
                  <a16:creationId xmlns:a16="http://schemas.microsoft.com/office/drawing/2014/main" id="{E08D21E0-3ECF-9B08-C7A1-D04373449761}"/>
                </a:ext>
              </a:extLst>
            </p:cNvPr>
            <p:cNvSpPr/>
            <p:nvPr/>
          </p:nvSpPr>
          <p:spPr>
            <a:xfrm>
              <a:off x="1176495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9B6977C8-7F75-2A95-BA16-F0DBEB1C637D}"/>
                </a:ext>
              </a:extLst>
            </p:cNvPr>
            <p:cNvSpPr/>
            <p:nvPr/>
          </p:nvSpPr>
          <p:spPr>
            <a:xfrm>
              <a:off x="1180840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4" name="Parallelogram 33">
              <a:extLst>
                <a:ext uri="{FF2B5EF4-FFF2-40B4-BE49-F238E27FC236}">
                  <a16:creationId xmlns:a16="http://schemas.microsoft.com/office/drawing/2014/main" id="{9E1621F6-18AB-1F9C-E8A6-615290F012C1}"/>
                </a:ext>
              </a:extLst>
            </p:cNvPr>
            <p:cNvSpPr/>
            <p:nvPr/>
          </p:nvSpPr>
          <p:spPr>
            <a:xfrm>
              <a:off x="1185185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5" name="Parallelogram 34">
              <a:extLst>
                <a:ext uri="{FF2B5EF4-FFF2-40B4-BE49-F238E27FC236}">
                  <a16:creationId xmlns:a16="http://schemas.microsoft.com/office/drawing/2014/main" id="{D7F90642-BEFD-C7CC-0AB6-542F734EC6BB}"/>
                </a:ext>
              </a:extLst>
            </p:cNvPr>
            <p:cNvSpPr/>
            <p:nvPr/>
          </p:nvSpPr>
          <p:spPr>
            <a:xfrm>
              <a:off x="1189530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Parallelogram 35">
              <a:extLst>
                <a:ext uri="{FF2B5EF4-FFF2-40B4-BE49-F238E27FC236}">
                  <a16:creationId xmlns:a16="http://schemas.microsoft.com/office/drawing/2014/main" id="{C0FAD3C7-8B5D-D594-47C6-8C4075EEDA84}"/>
                </a:ext>
              </a:extLst>
            </p:cNvPr>
            <p:cNvSpPr/>
            <p:nvPr/>
          </p:nvSpPr>
          <p:spPr>
            <a:xfrm>
              <a:off x="1193875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7" name="Parallelogram 36">
              <a:extLst>
                <a:ext uri="{FF2B5EF4-FFF2-40B4-BE49-F238E27FC236}">
                  <a16:creationId xmlns:a16="http://schemas.microsoft.com/office/drawing/2014/main" id="{EBCFCA6E-4C9C-8F1B-7470-1E3A399E1C0B}"/>
                </a:ext>
              </a:extLst>
            </p:cNvPr>
            <p:cNvSpPr/>
            <p:nvPr/>
          </p:nvSpPr>
          <p:spPr>
            <a:xfrm>
              <a:off x="1198219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8" name="Parallelogram 37">
              <a:extLst>
                <a:ext uri="{FF2B5EF4-FFF2-40B4-BE49-F238E27FC236}">
                  <a16:creationId xmlns:a16="http://schemas.microsoft.com/office/drawing/2014/main" id="{E455C98B-94C3-7DBA-72EF-5946B8FC5659}"/>
                </a:ext>
              </a:extLst>
            </p:cNvPr>
            <p:cNvSpPr/>
            <p:nvPr/>
          </p:nvSpPr>
          <p:spPr>
            <a:xfrm>
              <a:off x="120256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Parallelogram 38">
              <a:extLst>
                <a:ext uri="{FF2B5EF4-FFF2-40B4-BE49-F238E27FC236}">
                  <a16:creationId xmlns:a16="http://schemas.microsoft.com/office/drawing/2014/main" id="{F6AECC36-A0CF-C556-EE65-AD7EC9BC4088}"/>
                </a:ext>
              </a:extLst>
            </p:cNvPr>
            <p:cNvSpPr/>
            <p:nvPr/>
          </p:nvSpPr>
          <p:spPr>
            <a:xfrm>
              <a:off x="120690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0" name="Parallelogram 39">
              <a:extLst>
                <a:ext uri="{FF2B5EF4-FFF2-40B4-BE49-F238E27FC236}">
                  <a16:creationId xmlns:a16="http://schemas.microsoft.com/office/drawing/2014/main" id="{193D1796-0A04-4EBA-1454-F2C704880D8A}"/>
                </a:ext>
              </a:extLst>
            </p:cNvPr>
            <p:cNvSpPr/>
            <p:nvPr/>
          </p:nvSpPr>
          <p:spPr>
            <a:xfrm>
              <a:off x="121125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Parallelogram 40">
              <a:extLst>
                <a:ext uri="{FF2B5EF4-FFF2-40B4-BE49-F238E27FC236}">
                  <a16:creationId xmlns:a16="http://schemas.microsoft.com/office/drawing/2014/main" id="{444A5F82-1CC1-2723-36BD-5E6A8DD02DB5}"/>
                </a:ext>
              </a:extLst>
            </p:cNvPr>
            <p:cNvSpPr/>
            <p:nvPr/>
          </p:nvSpPr>
          <p:spPr>
            <a:xfrm rot="10800000">
              <a:off x="1137392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35EC8A17-161A-52F3-F4A9-DBBB86DC6C17}"/>
                </a:ext>
              </a:extLst>
            </p:cNvPr>
            <p:cNvSpPr/>
            <p:nvPr/>
          </p:nvSpPr>
          <p:spPr>
            <a:xfrm rot="10800000">
              <a:off x="1133047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2D794AC1-E3B5-5BC5-50D1-03D1CB2EA924}"/>
                </a:ext>
              </a:extLst>
            </p:cNvPr>
            <p:cNvSpPr/>
            <p:nvPr/>
          </p:nvSpPr>
          <p:spPr>
            <a:xfrm rot="10800000">
              <a:off x="1128703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FB7F060C-DB78-A9F5-E90C-C2F144895061}"/>
                </a:ext>
              </a:extLst>
            </p:cNvPr>
            <p:cNvSpPr/>
            <p:nvPr/>
          </p:nvSpPr>
          <p:spPr>
            <a:xfrm rot="10800000">
              <a:off x="1124358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EE4882FB-4370-85AD-7574-1A4373173CA0}"/>
                </a:ext>
              </a:extLst>
            </p:cNvPr>
            <p:cNvSpPr/>
            <p:nvPr/>
          </p:nvSpPr>
          <p:spPr>
            <a:xfrm rot="10800000">
              <a:off x="1120013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3C23D4FE-47CE-BC47-7291-20E7D63B222D}"/>
                </a:ext>
              </a:extLst>
            </p:cNvPr>
            <p:cNvSpPr/>
            <p:nvPr/>
          </p:nvSpPr>
          <p:spPr>
            <a:xfrm rot="10800000">
              <a:off x="1115668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0C8F840B-5FA1-787F-A5ED-AF39E9BC9521}"/>
                </a:ext>
              </a:extLst>
            </p:cNvPr>
            <p:cNvSpPr/>
            <p:nvPr/>
          </p:nvSpPr>
          <p:spPr>
            <a:xfrm rot="10800000">
              <a:off x="1111323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672792F1-9E05-B63F-2DEA-A5DE0295C132}"/>
                </a:ext>
              </a:extLst>
            </p:cNvPr>
            <p:cNvSpPr/>
            <p:nvPr/>
          </p:nvSpPr>
          <p:spPr>
            <a:xfrm rot="10800000">
              <a:off x="1106979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757632A1-2A6B-1A61-CED7-6AC55E3AE4FE}"/>
                </a:ext>
              </a:extLst>
            </p:cNvPr>
            <p:cNvSpPr/>
            <p:nvPr/>
          </p:nvSpPr>
          <p:spPr>
            <a:xfrm rot="10800000">
              <a:off x="1102634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4CD700AC-2950-4BD9-AEA9-F649F9BFAE92}"/>
                </a:ext>
              </a:extLst>
            </p:cNvPr>
            <p:cNvSpPr/>
            <p:nvPr/>
          </p:nvSpPr>
          <p:spPr>
            <a:xfrm rot="10800000">
              <a:off x="1098289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BBA817A4-A3E4-94CB-83C3-D6F767DA3FEE}"/>
                </a:ext>
              </a:extLst>
            </p:cNvPr>
            <p:cNvSpPr/>
            <p:nvPr/>
          </p:nvSpPr>
          <p:spPr>
            <a:xfrm rot="10800000">
              <a:off x="1093944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225BDD9E-FD33-866E-6890-16110B571DB3}"/>
                </a:ext>
              </a:extLst>
            </p:cNvPr>
            <p:cNvSpPr/>
            <p:nvPr/>
          </p:nvSpPr>
          <p:spPr>
            <a:xfrm>
              <a:off x="1141737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F2C15A61-EF71-9795-61EF-8C1617508400}"/>
                </a:ext>
              </a:extLst>
            </p:cNvPr>
            <p:cNvSpPr/>
            <p:nvPr/>
          </p:nvSpPr>
          <p:spPr>
            <a:xfrm>
              <a:off x="11460823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E632C2E-006D-D2F7-A5C6-ACAAB3CF37B9}"/>
                </a:ext>
              </a:extLst>
            </p:cNvPr>
            <p:cNvSpPr/>
            <p:nvPr/>
          </p:nvSpPr>
          <p:spPr>
            <a:xfrm>
              <a:off x="11504271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E1020044-98D4-DCF6-BADA-41E402526BB2}"/>
                </a:ext>
              </a:extLst>
            </p:cNvPr>
            <p:cNvSpPr/>
            <p:nvPr/>
          </p:nvSpPr>
          <p:spPr>
            <a:xfrm>
              <a:off x="11547719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930D4332-77DE-1477-2E43-28E85958F0DC}"/>
                </a:ext>
              </a:extLst>
            </p:cNvPr>
            <p:cNvSpPr/>
            <p:nvPr/>
          </p:nvSpPr>
          <p:spPr>
            <a:xfrm>
              <a:off x="11634615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DAAD660-5966-CDA2-8611-352F8D64C694}"/>
                </a:ext>
              </a:extLst>
            </p:cNvPr>
            <p:cNvSpPr/>
            <p:nvPr/>
          </p:nvSpPr>
          <p:spPr>
            <a:xfrm>
              <a:off x="11591167" y="523240"/>
              <a:ext cx="72000" cy="9334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D7629-7829-1ACA-7FA5-F08FD2F78C6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776000" y="2007061"/>
            <a:ext cx="8640000" cy="212519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2000" b="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AC3082-5820-F339-AA95-CC102FC67A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977851"/>
            <a:ext cx="12192000" cy="1049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25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BC0E30FF-66C8-FE1B-6DD1-2B08249DE1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977317"/>
            <a:ext cx="11016000" cy="454002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GB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916155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6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9FC509B4-E51F-329B-2A99-317CD7C621E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26802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CDAB6E4D-62AB-AA15-F7C2-3F29D666E45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996000" y="1178102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028D82F2-F29C-887B-10F9-D273CE45B16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2026802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5987CDC-F8C1-A05A-FC69-A462DA2F99C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96000" y="2781000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E9CFE75-402D-C2FC-1AD5-8D941F181CB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026802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B38D2D1E-6B09-24DC-B953-EFA4EE8F5141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996000" y="4383898"/>
            <a:ext cx="1294799" cy="1296000"/>
          </a:xfrm>
          <a:custGeom>
            <a:avLst/>
            <a:gdLst>
              <a:gd name="connsiteX0" fmla="*/ 73415 w 1294799"/>
              <a:gd name="connsiteY0" fmla="*/ 0 h 1296000"/>
              <a:gd name="connsiteX1" fmla="*/ 1294799 w 1294799"/>
              <a:gd name="connsiteY1" fmla="*/ 0 h 1296000"/>
              <a:gd name="connsiteX2" fmla="*/ 1294799 w 1294799"/>
              <a:gd name="connsiteY2" fmla="*/ 1222585 h 1296000"/>
              <a:gd name="connsiteX3" fmla="*/ 1221384 w 1294799"/>
              <a:gd name="connsiteY3" fmla="*/ 1296000 h 1296000"/>
              <a:gd name="connsiteX4" fmla="*/ 0 w 1294799"/>
              <a:gd name="connsiteY4" fmla="*/ 1296000 h 1296000"/>
              <a:gd name="connsiteX5" fmla="*/ 0 w 1294799"/>
              <a:gd name="connsiteY5" fmla="*/ 73415 h 12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94799" h="1296000">
                <a:moveTo>
                  <a:pt x="73415" y="0"/>
                </a:moveTo>
                <a:lnTo>
                  <a:pt x="1294799" y="0"/>
                </a:lnTo>
                <a:lnTo>
                  <a:pt x="1294799" y="1222585"/>
                </a:lnTo>
                <a:lnTo>
                  <a:pt x="1221384" y="1296000"/>
                </a:lnTo>
                <a:lnTo>
                  <a:pt x="0" y="1296000"/>
                </a:lnTo>
                <a:lnTo>
                  <a:pt x="0" y="7341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</p:spTree>
    <p:extLst>
      <p:ext uri="{BB962C8B-B14F-4D97-AF65-F5344CB8AC3E}">
        <p14:creationId xmlns:p14="http://schemas.microsoft.com/office/powerpoint/2010/main" val="371684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24D4E34D-C781-5CAC-ECB4-7C789CB39A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000" y="1064645"/>
            <a:ext cx="11016000" cy="45400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3223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+ 1 Text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58800" y="756000"/>
            <a:ext cx="5245200" cy="738664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3C4B28-B831-4A30-8ED4-06948102CA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58800" y="1829976"/>
            <a:ext cx="5245200" cy="3774694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48237A6D-51C3-E355-8308-D596CBF1D5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7998" y="756000"/>
            <a:ext cx="5245200" cy="4848670"/>
          </a:xfrm>
          <a:custGeom>
            <a:avLst/>
            <a:gdLst>
              <a:gd name="connsiteX0" fmla="*/ 4428704 w 5245200"/>
              <a:gd name="connsiteY0" fmla="*/ 4648972 h 4848670"/>
              <a:gd name="connsiteX1" fmla="*/ 4375398 w 5245200"/>
              <a:gd name="connsiteY1" fmla="*/ 4702972 h 4848670"/>
              <a:gd name="connsiteX2" fmla="*/ 4989488 w 5245200"/>
              <a:gd name="connsiteY2" fmla="*/ 4702972 h 4848670"/>
              <a:gd name="connsiteX3" fmla="*/ 5042794 w 5245200"/>
              <a:gd name="connsiteY3" fmla="*/ 4648972 h 4848670"/>
              <a:gd name="connsiteX4" fmla="*/ 259681 w 5245200"/>
              <a:gd name="connsiteY4" fmla="*/ 147616 h 4848670"/>
              <a:gd name="connsiteX5" fmla="*/ 206375 w 5245200"/>
              <a:gd name="connsiteY5" fmla="*/ 201616 h 4848670"/>
              <a:gd name="connsiteX6" fmla="*/ 820465 w 5245200"/>
              <a:gd name="connsiteY6" fmla="*/ 201616 h 4848670"/>
              <a:gd name="connsiteX7" fmla="*/ 873771 w 5245200"/>
              <a:gd name="connsiteY7" fmla="*/ 147616 h 4848670"/>
              <a:gd name="connsiteX8" fmla="*/ 203208 w 5245200"/>
              <a:gd name="connsiteY8" fmla="*/ 0 h 4848670"/>
              <a:gd name="connsiteX9" fmla="*/ 5245200 w 5245200"/>
              <a:gd name="connsiteY9" fmla="*/ 0 h 4848670"/>
              <a:gd name="connsiteX10" fmla="*/ 5245200 w 5245200"/>
              <a:gd name="connsiteY10" fmla="*/ 4645462 h 4848670"/>
              <a:gd name="connsiteX11" fmla="*/ 5041992 w 5245200"/>
              <a:gd name="connsiteY11" fmla="*/ 4848670 h 4848670"/>
              <a:gd name="connsiteX12" fmla="*/ 0 w 5245200"/>
              <a:gd name="connsiteY12" fmla="*/ 4848670 h 4848670"/>
              <a:gd name="connsiteX13" fmla="*/ 0 w 5245200"/>
              <a:gd name="connsiteY13" fmla="*/ 203208 h 4848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245200" h="4848670">
                <a:moveTo>
                  <a:pt x="4428704" y="4648972"/>
                </a:moveTo>
                <a:lnTo>
                  <a:pt x="4375398" y="4702972"/>
                </a:lnTo>
                <a:lnTo>
                  <a:pt x="4989488" y="4702972"/>
                </a:lnTo>
                <a:lnTo>
                  <a:pt x="5042794" y="4648972"/>
                </a:lnTo>
                <a:close/>
                <a:moveTo>
                  <a:pt x="259681" y="147616"/>
                </a:moveTo>
                <a:lnTo>
                  <a:pt x="206375" y="201616"/>
                </a:lnTo>
                <a:lnTo>
                  <a:pt x="820465" y="201616"/>
                </a:lnTo>
                <a:lnTo>
                  <a:pt x="873771" y="147616"/>
                </a:lnTo>
                <a:close/>
                <a:moveTo>
                  <a:pt x="203208" y="0"/>
                </a:moveTo>
                <a:lnTo>
                  <a:pt x="5245200" y="0"/>
                </a:lnTo>
                <a:lnTo>
                  <a:pt x="5245200" y="4645462"/>
                </a:lnTo>
                <a:lnTo>
                  <a:pt x="5041992" y="4848670"/>
                </a:lnTo>
                <a:lnTo>
                  <a:pt x="0" y="4848670"/>
                </a:lnTo>
                <a:lnTo>
                  <a:pt x="0" y="203208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</p:spTree>
    <p:extLst>
      <p:ext uri="{BB962C8B-B14F-4D97-AF65-F5344CB8AC3E}">
        <p14:creationId xmlns:p14="http://schemas.microsoft.com/office/powerpoint/2010/main" val="2995251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ckground pattern&#10;&#10;Description automatically generated">
            <a:extLst>
              <a:ext uri="{FF2B5EF4-FFF2-40B4-BE49-F238E27FC236}">
                <a16:creationId xmlns:a16="http://schemas.microsoft.com/office/drawing/2014/main" id="{C8F1ED06-ABC9-15DE-3DFC-435FFD6830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162352"/>
            <a:ext cx="12192000" cy="8720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4252BFC-0528-6EFD-CF4B-B68A893B92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588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5245200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4401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1DFFA7BA-8B92-63C7-0617-55EAC8E11BC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599601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B3483BC5-601B-9EF8-DA44-7609BAAE9D3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7553672" y="3041650"/>
            <a:ext cx="4420461" cy="304927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E67C4BDF-6CB9-C058-FD2E-216AF7FA4E7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190650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D73C3076-1B04-8B01-02C5-C7E83957283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233342" y="0"/>
            <a:ext cx="4420461" cy="3041650"/>
          </a:xfrm>
          <a:custGeom>
            <a:avLst/>
            <a:gdLst>
              <a:gd name="connsiteX0" fmla="*/ 1632332 w 4420461"/>
              <a:gd name="connsiteY0" fmla="*/ 0 h 3041650"/>
              <a:gd name="connsiteX1" fmla="*/ 4420461 w 4420461"/>
              <a:gd name="connsiteY1" fmla="*/ 0 h 3041650"/>
              <a:gd name="connsiteX2" fmla="*/ 2788129 w 4420461"/>
              <a:gd name="connsiteY2" fmla="*/ 3041650 h 3041650"/>
              <a:gd name="connsiteX3" fmla="*/ 0 w 4420461"/>
              <a:gd name="connsiteY3" fmla="*/ 3041650 h 304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20461" h="3041650">
                <a:moveTo>
                  <a:pt x="1632332" y="0"/>
                </a:moveTo>
                <a:lnTo>
                  <a:pt x="4420461" y="0"/>
                </a:lnTo>
                <a:lnTo>
                  <a:pt x="2788129" y="3041650"/>
                </a:lnTo>
                <a:lnTo>
                  <a:pt x="0" y="3041650"/>
                </a:lnTo>
                <a:close/>
              </a:path>
            </a:pathLst>
          </a:custGeom>
          <a:solidFill>
            <a:schemeClr val="tx1">
              <a:lumMod val="10000"/>
              <a:lumOff val="9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000" b="0">
                <a:solidFill>
                  <a:schemeClr val="tx2"/>
                </a:solidFill>
              </a:defRPr>
            </a:lvl1pPr>
          </a:lstStyle>
          <a:p>
            <a:r>
              <a:rPr lang="fr-FR" dirty="0"/>
              <a:t>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5" name="Title 1">
            <a:extLst>
              <a:ext uri="{FF2B5EF4-FFF2-40B4-BE49-F238E27FC236}">
                <a16:creationId xmlns:a16="http://schemas.microsoft.com/office/drawing/2014/main" id="{20293324-1149-B295-29CD-5907E6131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5508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8459AC29-496E-A828-081B-C03AC6C093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1064645"/>
            <a:ext cx="3707775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8FF7AA0C-1628-04B2-6EA6-95C12083CDBE}"/>
              </a:ext>
            </a:extLst>
          </p:cNvPr>
          <p:cNvSpPr/>
          <p:nvPr userDrawn="1"/>
        </p:nvSpPr>
        <p:spPr>
          <a:xfrm>
            <a:off x="10507980" y="2035232"/>
            <a:ext cx="2186940" cy="4066767"/>
          </a:xfrm>
          <a:prstGeom prst="triangle">
            <a:avLst>
              <a:gd name="adj" fmla="val 100000"/>
            </a:avLst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38002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s + 3 text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42B14D8D-4D87-52F8-13C3-24DF77E36B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932232"/>
            <a:ext cx="12192000" cy="788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44F21C-6A76-4EC9-B1CB-AE2844EC60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A16A03-4146-5F53-C0DA-9137DF974F0F}"/>
              </a:ext>
            </a:extLst>
          </p:cNvPr>
          <p:cNvSpPr/>
          <p:nvPr userDrawn="1"/>
        </p:nvSpPr>
        <p:spPr>
          <a:xfrm>
            <a:off x="0" y="1720666"/>
            <a:ext cx="12192000" cy="163786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2C84C6E-F9BE-ECD5-4869-B01FD6AB479A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6" name="Parallelogram 5">
              <a:extLst>
                <a:ext uri="{FF2B5EF4-FFF2-40B4-BE49-F238E27FC236}">
                  <a16:creationId xmlns:a16="http://schemas.microsoft.com/office/drawing/2014/main" id="{FFDC3944-E18B-AC06-5C2A-7B5D8E56D8B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Parallelogram 6">
              <a:extLst>
                <a:ext uri="{FF2B5EF4-FFF2-40B4-BE49-F238E27FC236}">
                  <a16:creationId xmlns:a16="http://schemas.microsoft.com/office/drawing/2014/main" id="{579345D9-6E7C-5088-149B-38B1214DC31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BB6834DB-5923-334A-8926-5B66A115A866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8FE4BCDB-0B84-365E-7300-1B9799D413C2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E5827AC4-BA72-B581-7233-5C5F26E893C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A6334529-E7E5-7866-4A09-6DB117F20F4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2216F52D-19DA-813E-FC7B-8F6CC3280F2E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F47C9705-C842-34B2-C62E-A93BB66EC3F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4FAAACF3-0BBD-5EE4-3111-D53D465EC3BD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2BC4FF41-985A-D5EB-2EE2-84228D9BC2B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5797F5-F3DC-EC6B-1705-3E375ED808E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03787C70-7A9E-CF22-96F4-BAB137721EAF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7F9F0163-3D81-A513-B47A-A11B93CCE7F6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6498ECF2-BE62-D029-7ECA-57ABE78D4C4B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9F9584FB-E328-225B-5B89-BA3F4914D9E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2E8EBD3-4263-1DFC-65B3-BBD0A43F5F0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2AAB9B44-5483-DF54-44F1-3628A96EB604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75772A7-633B-9D97-EE91-776C95F183C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7999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EF9FC028-4708-885E-114A-D802D747153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386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F6FD0906-F55C-1E3B-DB7A-38B3875B4CBE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184000" y="1578576"/>
            <a:ext cx="3420000" cy="1922040"/>
          </a:xfrm>
          <a:custGeom>
            <a:avLst/>
            <a:gdLst>
              <a:gd name="connsiteX0" fmla="*/ 2646219 w 3420000"/>
              <a:gd name="connsiteY0" fmla="*/ 1779950 h 1922040"/>
              <a:gd name="connsiteX1" fmla="*/ 2610682 w 3420000"/>
              <a:gd name="connsiteY1" fmla="*/ 1815950 h 1922040"/>
              <a:gd name="connsiteX2" fmla="*/ 3242541 w 3420000"/>
              <a:gd name="connsiteY2" fmla="*/ 1815950 h 1922040"/>
              <a:gd name="connsiteX3" fmla="*/ 3278078 w 3420000"/>
              <a:gd name="connsiteY3" fmla="*/ 1779950 h 1922040"/>
              <a:gd name="connsiteX4" fmla="*/ 177460 w 3420000"/>
              <a:gd name="connsiteY4" fmla="*/ 106090 h 1922040"/>
              <a:gd name="connsiteX5" fmla="*/ 141923 w 3420000"/>
              <a:gd name="connsiteY5" fmla="*/ 142090 h 1922040"/>
              <a:gd name="connsiteX6" fmla="*/ 773782 w 3420000"/>
              <a:gd name="connsiteY6" fmla="*/ 142090 h 1922040"/>
              <a:gd name="connsiteX7" fmla="*/ 809319 w 3420000"/>
              <a:gd name="connsiteY7" fmla="*/ 106090 h 1922040"/>
              <a:gd name="connsiteX8" fmla="*/ 142635 w 3420000"/>
              <a:gd name="connsiteY8" fmla="*/ 0 h 1922040"/>
              <a:gd name="connsiteX9" fmla="*/ 3420000 w 3420000"/>
              <a:gd name="connsiteY9" fmla="*/ 0 h 1922040"/>
              <a:gd name="connsiteX10" fmla="*/ 3420000 w 3420000"/>
              <a:gd name="connsiteY10" fmla="*/ 1779405 h 1922040"/>
              <a:gd name="connsiteX11" fmla="*/ 3277365 w 3420000"/>
              <a:gd name="connsiteY11" fmla="*/ 1922040 h 1922040"/>
              <a:gd name="connsiteX12" fmla="*/ 0 w 3420000"/>
              <a:gd name="connsiteY12" fmla="*/ 1922040 h 1922040"/>
              <a:gd name="connsiteX13" fmla="*/ 0 w 3420000"/>
              <a:gd name="connsiteY13" fmla="*/ 142635 h 1922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420000" h="1922040">
                <a:moveTo>
                  <a:pt x="2646219" y="1779950"/>
                </a:moveTo>
                <a:lnTo>
                  <a:pt x="2610682" y="1815950"/>
                </a:lnTo>
                <a:lnTo>
                  <a:pt x="3242541" y="1815950"/>
                </a:lnTo>
                <a:lnTo>
                  <a:pt x="3278078" y="1779950"/>
                </a:lnTo>
                <a:close/>
                <a:moveTo>
                  <a:pt x="177460" y="106090"/>
                </a:moveTo>
                <a:lnTo>
                  <a:pt x="141923" y="142090"/>
                </a:lnTo>
                <a:lnTo>
                  <a:pt x="773782" y="142090"/>
                </a:lnTo>
                <a:lnTo>
                  <a:pt x="809319" y="106090"/>
                </a:lnTo>
                <a:close/>
                <a:moveTo>
                  <a:pt x="142635" y="0"/>
                </a:moveTo>
                <a:lnTo>
                  <a:pt x="3420000" y="0"/>
                </a:lnTo>
                <a:lnTo>
                  <a:pt x="3420000" y="1779405"/>
                </a:lnTo>
                <a:lnTo>
                  <a:pt x="3277365" y="1922040"/>
                </a:lnTo>
                <a:lnTo>
                  <a:pt x="0" y="1922040"/>
                </a:lnTo>
                <a:lnTo>
                  <a:pt x="0" y="142635"/>
                </a:lnTo>
                <a:close/>
              </a:path>
            </a:pathLst>
          </a:custGeom>
          <a:solidFill>
            <a:srgbClr val="ECECEF"/>
          </a:solidFill>
        </p:spPr>
        <p:txBody>
          <a:bodyPr wrap="square" bIns="144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to add a picture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E0E445E-AD6B-A00F-33DA-9D62E60D3CA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88000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05A3C545-AF17-4B49-5ECC-854890DAABB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86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EBC7298F-8BC9-1F06-C7EA-DB6BE45A94C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184001" y="3682514"/>
            <a:ext cx="3419999" cy="192215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285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ctures +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DEFB1E-7F4C-5FAC-9ACB-A9CC85FBEB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069688"/>
            <a:ext cx="12192000" cy="553734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50CBF233-7292-62F9-0B19-20FF498A0D5F}"/>
              </a:ext>
            </a:extLst>
          </p:cNvPr>
          <p:cNvSpPr/>
          <p:nvPr userDrawn="1"/>
        </p:nvSpPr>
        <p:spPr>
          <a:xfrm>
            <a:off x="0" y="1720665"/>
            <a:ext cx="12192000" cy="2340515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B85077-0DD7-CF05-6283-2D63D04A06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 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6CE19D61-03D3-9595-61F3-74B85D3D3C09}"/>
              </a:ext>
            </a:extLst>
          </p:cNvPr>
          <p:cNvSpPr>
            <a:spLocks noGrp="1"/>
          </p:cNvSpPr>
          <p:nvPr userDrawn="1">
            <p:ph type="pic" sz="quarter" idx="10" hasCustomPrompt="1"/>
          </p:nvPr>
        </p:nvSpPr>
        <p:spPr>
          <a:xfrm>
            <a:off x="587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CE84C83D-1F4D-D8FC-E4CD-FFD1E628E3E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588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686CB433-3CFC-CC69-42B0-4862FE01451A}"/>
              </a:ext>
            </a:extLst>
          </p:cNvPr>
          <p:cNvSpPr>
            <a:spLocks noGrp="1"/>
          </p:cNvSpPr>
          <p:nvPr userDrawn="1">
            <p:ph type="pic" sz="quarter" idx="16" hasCustomPrompt="1"/>
          </p:nvPr>
        </p:nvSpPr>
        <p:spPr>
          <a:xfrm>
            <a:off x="3015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D2F4695A-3ABD-3CF2-C0BD-31DAC712E0CC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3016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F8B67D75-F6EE-25AA-2056-456E3F070B28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5443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</p:spPr>
        <p:txBody>
          <a:bodyPr wrap="square" tIns="144000" bIns="0" anchor="t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50D413D3-6EC2-E5C9-EFA3-64F8324BC48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5444000" y="4529982"/>
            <a:ext cx="2015999" cy="112235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E0C72ED-D692-A687-C13B-34B509A3E1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71999" y="1578576"/>
            <a:ext cx="4320000" cy="4073764"/>
          </a:xfr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5400000" scaled="1"/>
          </a:gradFill>
        </p:spPr>
        <p:txBody>
          <a:bodyPr vert="horz" lIns="540000" tIns="360000" rIns="540000" bIns="360000" rtlCol="0">
            <a:noAutofit/>
          </a:bodyPr>
          <a:lstStyle>
            <a:lvl1pPr marL="216000" indent="-216000">
              <a:buFontTx/>
              <a:buBlip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</a:buBlip>
              <a:defRPr lang="en-US" sz="2400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</a:lstStyle>
          <a:p>
            <a:pPr marL="0" lv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dirty="0"/>
              <a:t>Title</a:t>
            </a:r>
          </a:p>
          <a:p>
            <a:pPr lvl="1">
              <a:spcBef>
                <a:spcPts val="1200"/>
              </a:spcBef>
              <a:buClrTx/>
            </a:pPr>
            <a:r>
              <a:rPr lang="en-US" dirty="0"/>
              <a:t>Second level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5AFE733-1D17-D433-B6A4-2D1DB8DE51AC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1FF5C286-A3F3-8552-53E0-33623573294C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454BEA95-E503-A134-5970-4028900C550F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D036B0A8-6297-AD7E-D57D-5A051148A313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D48E0E8B-65FF-C632-2635-7E5442B19077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FD3EF2BA-6E64-76F6-6E09-EC4ABC8587C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245F54C5-B052-73D3-6C7D-278D01D434F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0E3D9EAE-51D2-7060-9A73-4D9A8C4A3CB0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347D14FD-214D-601F-D5ED-7230C1D3465E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1FC57748-74FF-5242-7915-3A644789640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5E393AA9-8A2D-77A9-4038-95A90A22659D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707EF7D0-0551-B497-8CD6-118F8DA38BD5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A1A9272C-2DB3-E3DE-C21E-800B17B2F85E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D8156300-4934-B7AD-A755-96E9059EE4B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A7DB2D5B-C826-89B4-6FCD-5C800E7EF61D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3297FB1E-C558-4CD7-3501-325F77FE4611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EFBD691F-CCD9-A819-04A8-F2A7BBBBC1EE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55383BEA-7D38-3C54-9F1E-9173C2632C08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47245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extboxes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2853A-BC49-C201-9E3E-46E98164EC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04760"/>
            <a:ext cx="12192000" cy="1049842"/>
          </a:xfrm>
          <a:prstGeom prst="rect">
            <a:avLst/>
          </a:prstGeom>
        </p:spPr>
      </p:pic>
      <p:sp>
        <p:nvSpPr>
          <p:cNvPr id="64" name="Picture Placeholder 63">
            <a:extLst>
              <a:ext uri="{FF2B5EF4-FFF2-40B4-BE49-F238E27FC236}">
                <a16:creationId xmlns:a16="http://schemas.microsoft.com/office/drawing/2014/main" id="{30D17CB2-2739-C617-AD45-E3912CAD9843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3358525"/>
            <a:ext cx="12192000" cy="2743473"/>
          </a:xfrm>
          <a:prstGeom prst="rect">
            <a:avLst/>
          </a:prstGeom>
          <a:solidFill>
            <a:srgbClr val="ECECEF"/>
          </a:solidFill>
        </p:spPr>
        <p:txBody>
          <a:bodyPr wrap="square" tIns="0" bIns="216000" anchor="b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2"/>
                </a:solidFill>
              </a:defRPr>
            </a:lvl1pPr>
          </a:lstStyle>
          <a:p>
            <a:r>
              <a:rPr lang="en-GB" dirty="0"/>
              <a:t>Click on the icon to add a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A79775-88BC-3818-5D95-5B11998783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738664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add a title</a:t>
            </a:r>
            <a:br>
              <a:rPr lang="en-US" dirty="0"/>
            </a:br>
            <a:r>
              <a:rPr lang="en-US" dirty="0"/>
              <a:t>Up to two lines</a:t>
            </a:r>
            <a:endParaRPr lang="en-GB" dirty="0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3CD707-9A0B-2CF5-C079-BEF0CB78D227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35AD8C6E-20B1-A809-827C-0052C977D962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9C392785-BA90-8D03-76C6-C306A60C5655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6D69FAF0-B979-C60E-2402-6619E928DE5F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E2FA8DB5-C570-5601-055A-CE5923EE1B76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75D8C751-9F82-559A-00FF-2F677B9741F2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C43C5A60-AAB5-3FD5-E004-4F5337420E0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B32DCB3D-5B50-CAF5-F3BD-4B79CD083A8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B68BD000-25A7-ECEE-8432-8B667FD4E65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B4067A74-31AE-047C-7E9A-002711B48B67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C92D3405-D6E0-C347-E57B-CF87855E50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1006B9A-43C7-403C-8D13-B58EA500308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9D424315-1566-8B9D-E981-7272C10DCFE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2D6ACB48-A7FB-9774-2D1D-E4BD43B14C82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2E6044E-3469-2289-9F67-E6C457ABD08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7B5BFBD3-79E0-00DE-73AE-3AD51B0B61B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85960EC-3773-930D-6703-BEBD7BA2A8D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385AA103-76C9-ACFF-10CB-CE85CA60797A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6" name="Text Placeholder 65">
            <a:extLst>
              <a:ext uri="{FF2B5EF4-FFF2-40B4-BE49-F238E27FC236}">
                <a16:creationId xmlns:a16="http://schemas.microsoft.com/office/drawing/2014/main" id="{C81E6365-421C-018C-B5CE-B1E8F1749C2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7998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48A82B05-DCC3-7CBE-78A4-DB40ED3B1849}"/>
              </a:ext>
            </a:extLst>
          </p:cNvPr>
          <p:cNvSpPr/>
          <p:nvPr/>
        </p:nvSpPr>
        <p:spPr>
          <a:xfrm>
            <a:off x="1036388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5919B8-E7D8-2E80-5011-3951A602996A}"/>
              </a:ext>
            </a:extLst>
          </p:cNvPr>
          <p:cNvGrpSpPr/>
          <p:nvPr/>
        </p:nvGrpSpPr>
        <p:grpSpPr>
          <a:xfrm>
            <a:off x="4873476" y="3284219"/>
            <a:ext cx="920602" cy="74305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72527DA1-5756-4FE1-47A7-E71A3FEF4B71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652E994-8427-AE9A-9503-CBD4C4AED01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3588D7F-6CF6-0A97-142A-DD911F2FFDD7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D03E128F-D04E-988A-7041-EB5A3E74D341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096FCC49-B81B-62F6-17BD-4328F175F74F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7D68D970-84F5-33A9-A90D-4A5E18845120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8D99D4EA-232F-06E1-D854-2F7E32697CBA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3BE056EE-A89E-28F0-3980-601093F08B51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F7470B4B-0B40-6723-DA85-6EBCBAEB048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DAE8BBCB-2669-4206-9E90-95D56AAD75E9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ADA5B50-D55B-1327-704B-CC0FF740D0C2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3C16DD71-620C-8863-F329-35D3481DC0C9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8327EE15-AE9F-0FAD-CC8E-8D10970315A0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BAB9A9B0-ED0C-984C-D360-1BE663244808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DE0CCEB7-EC83-AF6E-67C6-1CFF311B3245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E6FED54B-0F3B-95EF-8871-34E7A387384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1BD78EC9-C24D-36EF-14BF-D55DDE9307F9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67" name="Text Placeholder 65">
            <a:extLst>
              <a:ext uri="{FF2B5EF4-FFF2-40B4-BE49-F238E27FC236}">
                <a16:creationId xmlns:a16="http://schemas.microsoft.com/office/drawing/2014/main" id="{04990BCB-13B0-6825-976C-EF18813DF70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76000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bg1"/>
          </a:solidFill>
          <a:ln w="12700">
            <a:gradFill>
              <a:gsLst>
                <a:gs pos="0">
                  <a:schemeClr val="accent2">
                    <a:lumMod val="100000"/>
                    <a:alpha val="10000"/>
                  </a:schemeClr>
                </a:gs>
                <a:gs pos="100000">
                  <a:schemeClr val="accent2">
                    <a:alpha val="50000"/>
                  </a:schemeClr>
                </a:gs>
              </a:gsLst>
              <a:lin ang="5400000" scaled="1"/>
            </a:gradFill>
          </a:ln>
        </p:spPr>
        <p:txBody>
          <a:bodyPr lIns="360000" rIns="360000" anchor="ctr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tx2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Parallelogram 67">
            <a:extLst>
              <a:ext uri="{FF2B5EF4-FFF2-40B4-BE49-F238E27FC236}">
                <a16:creationId xmlns:a16="http://schemas.microsoft.com/office/drawing/2014/main" id="{BE59802F-051F-1D3D-233F-5F1B9556E21E}"/>
              </a:ext>
            </a:extLst>
          </p:cNvPr>
          <p:cNvSpPr/>
          <p:nvPr userDrawn="1"/>
        </p:nvSpPr>
        <p:spPr>
          <a:xfrm>
            <a:off x="6724390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873C1190-8A05-B6B1-9949-675A79A9CE59}"/>
              </a:ext>
            </a:extLst>
          </p:cNvPr>
          <p:cNvGrpSpPr/>
          <p:nvPr userDrawn="1"/>
        </p:nvGrpSpPr>
        <p:grpSpPr>
          <a:xfrm>
            <a:off x="10561478" y="3284219"/>
            <a:ext cx="920602" cy="74305"/>
            <a:chOff x="696000" y="1460737"/>
            <a:chExt cx="920602" cy="112014"/>
          </a:xfrm>
        </p:grpSpPr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CB5FD786-6DDE-63D5-2AAE-91AFFF211B5A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95026B7C-2B7A-1EA5-868D-75D288BE6F57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697C3B1E-A60F-CD72-CCB3-6AB47AB86629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10C16C27-6AF2-52C7-318A-634369D6910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7AC61264-90A3-8854-8F48-7B4175004DC8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F81B55F-7E5E-0F0A-F071-B0221A42BCA2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EC62F885-2803-8BB4-CF11-FE3EA9B0BAC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A0428056-33BF-60EE-49CD-E3437C792116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E04E4A3C-CF84-BA33-F794-7E85044D1EBA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9D518E5D-6A4F-7C83-D2B0-B24149922C01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4CBFB45-888B-9CE6-3666-1AA0EA024FA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8639E0E5-7A56-0E5E-63F6-9C4A1BDAE14A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2" name="Parallelogram 81">
              <a:extLst>
                <a:ext uri="{FF2B5EF4-FFF2-40B4-BE49-F238E27FC236}">
                  <a16:creationId xmlns:a16="http://schemas.microsoft.com/office/drawing/2014/main" id="{0B8D335A-95D8-96F9-9BEA-BC3103C6254B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3" name="Parallelogram 82">
              <a:extLst>
                <a:ext uri="{FF2B5EF4-FFF2-40B4-BE49-F238E27FC236}">
                  <a16:creationId xmlns:a16="http://schemas.microsoft.com/office/drawing/2014/main" id="{1AE99D33-083B-EE23-B589-3FF9D2C0950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4" name="Parallelogram 83">
              <a:extLst>
                <a:ext uri="{FF2B5EF4-FFF2-40B4-BE49-F238E27FC236}">
                  <a16:creationId xmlns:a16="http://schemas.microsoft.com/office/drawing/2014/main" id="{F6183C56-9551-683A-09EB-18262FD52406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Parallelogram 84">
              <a:extLst>
                <a:ext uri="{FF2B5EF4-FFF2-40B4-BE49-F238E27FC236}">
                  <a16:creationId xmlns:a16="http://schemas.microsoft.com/office/drawing/2014/main" id="{48CE29AF-5DE7-0CD4-85E4-ECD3406109B1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6" name="Parallelogram 85">
              <a:extLst>
                <a:ext uri="{FF2B5EF4-FFF2-40B4-BE49-F238E27FC236}">
                  <a16:creationId xmlns:a16="http://schemas.microsoft.com/office/drawing/2014/main" id="{8C95D847-0DA5-AD49-C523-1C189FD62BD3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051445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200DF0-4F7F-C342-7F47-A55CFECDB887}"/>
              </a:ext>
            </a:extLst>
          </p:cNvPr>
          <p:cNvSpPr/>
          <p:nvPr userDrawn="1"/>
        </p:nvSpPr>
        <p:spPr>
          <a:xfrm>
            <a:off x="0" y="0"/>
            <a:ext cx="6096000" cy="6101998"/>
          </a:xfrm>
          <a:prstGeom prst="rect">
            <a:avLst/>
          </a:prstGeom>
          <a:gradFill flip="none" rotWithShape="1"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FD77F530-EA1D-7650-4E2C-FABF39338F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000" y="1145650"/>
            <a:ext cx="4968000" cy="4540025"/>
          </a:xfrm>
        </p:spPr>
        <p:txBody>
          <a:bodyPr/>
          <a:lstStyle>
            <a:lvl1pPr>
              <a:defRPr/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7B13D357-30AB-D48C-0F86-A084C4FD01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83998" y="1145649"/>
            <a:ext cx="4968001" cy="454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  <a:endParaRPr lang="fr-FR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4E2793-489B-8C33-B75F-CF4C9090E13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87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C342B54C-873A-B0F6-AFBF-6A18BD2AAD5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683376" y="360000"/>
            <a:ext cx="4968000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noProof="0" dirty="0"/>
              <a:t>Click to add a title</a:t>
            </a:r>
          </a:p>
        </p:txBody>
      </p:sp>
    </p:spTree>
    <p:extLst>
      <p:ext uri="{BB962C8B-B14F-4D97-AF65-F5344CB8AC3E}">
        <p14:creationId xmlns:p14="http://schemas.microsoft.com/office/powerpoint/2010/main" val="1397609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cial Networks 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C92611-765F-4938-04C4-9A93579A0D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753861"/>
            <a:ext cx="12192000" cy="589654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398F3710-4348-B002-9801-54B01B911A81}"/>
              </a:ext>
            </a:extLst>
          </p:cNvPr>
          <p:cNvSpPr/>
          <p:nvPr userDrawn="1"/>
        </p:nvSpPr>
        <p:spPr>
          <a:xfrm flipH="1">
            <a:off x="0" y="3429000"/>
            <a:ext cx="12192000" cy="2673000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D7CCA3-8D7C-3F99-EBC8-AE0184FEDB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486" b="16223"/>
          <a:stretch/>
        </p:blipFill>
        <p:spPr>
          <a:xfrm>
            <a:off x="4387850" y="322433"/>
            <a:ext cx="7581900" cy="5784329"/>
          </a:xfrm>
          <a:prstGeom prst="rect">
            <a:avLst/>
          </a:prstGeom>
        </p:spPr>
      </p:pic>
      <p:sp>
        <p:nvSpPr>
          <p:cNvPr id="26" name="Rectangle: Rounded Corners 25">
            <a:hlinkClick r:id="rId4"/>
            <a:extLst>
              <a:ext uri="{FF2B5EF4-FFF2-40B4-BE49-F238E27FC236}">
                <a16:creationId xmlns:a16="http://schemas.microsoft.com/office/drawing/2014/main" id="{A0A56E25-BACC-941A-07FF-B2924EEE0A4B}"/>
              </a:ext>
            </a:extLst>
          </p:cNvPr>
          <p:cNvSpPr/>
          <p:nvPr userDrawn="1"/>
        </p:nvSpPr>
        <p:spPr>
          <a:xfrm>
            <a:off x="588000" y="3141000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3F73478-4B42-86E1-C5C1-D1452156DBA8}"/>
              </a:ext>
            </a:extLst>
          </p:cNvPr>
          <p:cNvGrpSpPr/>
          <p:nvPr userDrawn="1"/>
        </p:nvGrpSpPr>
        <p:grpSpPr>
          <a:xfrm>
            <a:off x="671550" y="4428000"/>
            <a:ext cx="675000" cy="675000"/>
            <a:chOff x="671550" y="4428000"/>
            <a:chExt cx="675000" cy="675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8F9F3573-2E23-6B37-3C1D-06E6E2FB5440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0" name="Graphic 36">
              <a:extLst>
                <a:ext uri="{FF2B5EF4-FFF2-40B4-BE49-F238E27FC236}">
                  <a16:creationId xmlns:a16="http://schemas.microsoft.com/office/drawing/2014/main" id="{F2D16415-197B-E091-7A95-D7B79C5C9FFE}"/>
                </a:ext>
              </a:extLst>
            </p:cNvPr>
            <p:cNvGrpSpPr/>
            <p:nvPr/>
          </p:nvGrpSpPr>
          <p:grpSpPr>
            <a:xfrm>
              <a:off x="880295" y="4633340"/>
              <a:ext cx="257511" cy="257042"/>
              <a:chOff x="692960" y="4421656"/>
              <a:chExt cx="679218" cy="677982"/>
            </a:xfrm>
          </p:grpSpPr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5611B14F-1F29-C671-7DFE-638D31ADC8DA}"/>
                  </a:ext>
                </a:extLst>
              </p:cNvPr>
              <p:cNvSpPr/>
              <p:nvPr/>
            </p:nvSpPr>
            <p:spPr>
              <a:xfrm>
                <a:off x="692960" y="4421656"/>
                <a:ext cx="163232" cy="677982"/>
              </a:xfrm>
              <a:custGeom>
                <a:avLst/>
                <a:gdLst>
                  <a:gd name="connsiteX0" fmla="*/ 11172 w 163232"/>
                  <a:gd name="connsiteY0" fmla="*/ 225119 h 677982"/>
                  <a:gd name="connsiteX1" fmla="*/ 152061 w 163232"/>
                  <a:gd name="connsiteY1" fmla="*/ 225119 h 677982"/>
                  <a:gd name="connsiteX2" fmla="*/ 152061 w 163232"/>
                  <a:gd name="connsiteY2" fmla="*/ 677983 h 677982"/>
                  <a:gd name="connsiteX3" fmla="*/ 11172 w 163232"/>
                  <a:gd name="connsiteY3" fmla="*/ 677983 h 677982"/>
                  <a:gd name="connsiteX4" fmla="*/ 11172 w 163232"/>
                  <a:gd name="connsiteY4" fmla="*/ 225119 h 677982"/>
                  <a:gd name="connsiteX5" fmla="*/ 81655 w 163232"/>
                  <a:gd name="connsiteY5" fmla="*/ 0 h 677982"/>
                  <a:gd name="connsiteX6" fmla="*/ 163232 w 163232"/>
                  <a:gd name="connsiteY6" fmla="*/ 81617 h 677982"/>
                  <a:gd name="connsiteX7" fmla="*/ 81655 w 163232"/>
                  <a:gd name="connsiteY7" fmla="*/ 163246 h 677982"/>
                  <a:gd name="connsiteX8" fmla="*/ 0 w 163232"/>
                  <a:gd name="connsiteY8" fmla="*/ 81617 h 677982"/>
                  <a:gd name="connsiteX9" fmla="*/ 81655 w 163232"/>
                  <a:gd name="connsiteY9" fmla="*/ 0 h 67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63232" h="677982">
                    <a:moveTo>
                      <a:pt x="11172" y="225119"/>
                    </a:moveTo>
                    <a:lnTo>
                      <a:pt x="152061" y="225119"/>
                    </a:lnTo>
                    <a:lnTo>
                      <a:pt x="152061" y="677983"/>
                    </a:lnTo>
                    <a:lnTo>
                      <a:pt x="11172" y="677983"/>
                    </a:lnTo>
                    <a:lnTo>
                      <a:pt x="11172" y="225119"/>
                    </a:lnTo>
                    <a:close/>
                    <a:moveTo>
                      <a:pt x="81655" y="0"/>
                    </a:moveTo>
                    <a:cubicBezTo>
                      <a:pt x="126679" y="0"/>
                      <a:pt x="163232" y="36567"/>
                      <a:pt x="163232" y="81617"/>
                    </a:cubicBezTo>
                    <a:cubicBezTo>
                      <a:pt x="163232" y="126679"/>
                      <a:pt x="126679" y="163246"/>
                      <a:pt x="81655" y="163246"/>
                    </a:cubicBezTo>
                    <a:cubicBezTo>
                      <a:pt x="36451" y="163246"/>
                      <a:pt x="0" y="126680"/>
                      <a:pt x="0" y="81617"/>
                    </a:cubicBezTo>
                    <a:cubicBezTo>
                      <a:pt x="0" y="36567"/>
                      <a:pt x="36451" y="0"/>
                      <a:pt x="81655" y="0"/>
                    </a:cubicBezTo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7D2A163E-3DEA-4B3A-6030-FF3145A634F5}"/>
                  </a:ext>
                </a:extLst>
              </p:cNvPr>
              <p:cNvSpPr/>
              <p:nvPr/>
            </p:nvSpPr>
            <p:spPr>
              <a:xfrm>
                <a:off x="933318" y="4635537"/>
                <a:ext cx="438860" cy="464101"/>
              </a:xfrm>
              <a:custGeom>
                <a:avLst/>
                <a:gdLst>
                  <a:gd name="connsiteX0" fmla="*/ 0 w 438860"/>
                  <a:gd name="connsiteY0" fmla="*/ 11237 h 464101"/>
                  <a:gd name="connsiteX1" fmla="*/ 134918 w 438860"/>
                  <a:gd name="connsiteY1" fmla="*/ 11237 h 464101"/>
                  <a:gd name="connsiteX2" fmla="*/ 134918 w 438860"/>
                  <a:gd name="connsiteY2" fmla="*/ 73148 h 464101"/>
                  <a:gd name="connsiteX3" fmla="*/ 136847 w 438860"/>
                  <a:gd name="connsiteY3" fmla="*/ 73148 h 464101"/>
                  <a:gd name="connsiteX4" fmla="*/ 270015 w 438860"/>
                  <a:gd name="connsiteY4" fmla="*/ 0 h 464101"/>
                  <a:gd name="connsiteX5" fmla="*/ 438861 w 438860"/>
                  <a:gd name="connsiteY5" fmla="*/ 215736 h 464101"/>
                  <a:gd name="connsiteX6" fmla="*/ 438861 w 438860"/>
                  <a:gd name="connsiteY6" fmla="*/ 464101 h 464101"/>
                  <a:gd name="connsiteX7" fmla="*/ 298125 w 438860"/>
                  <a:gd name="connsiteY7" fmla="*/ 464101 h 464101"/>
                  <a:gd name="connsiteX8" fmla="*/ 298125 w 438860"/>
                  <a:gd name="connsiteY8" fmla="*/ 243873 h 464101"/>
                  <a:gd name="connsiteX9" fmla="*/ 224991 w 438860"/>
                  <a:gd name="connsiteY9" fmla="*/ 123796 h 464101"/>
                  <a:gd name="connsiteX10" fmla="*/ 140580 w 438860"/>
                  <a:gd name="connsiteY10" fmla="*/ 240114 h 464101"/>
                  <a:gd name="connsiteX11" fmla="*/ 140580 w 438860"/>
                  <a:gd name="connsiteY11" fmla="*/ 464101 h 464101"/>
                  <a:gd name="connsiteX12" fmla="*/ 0 w 438860"/>
                  <a:gd name="connsiteY12" fmla="*/ 464101 h 464101"/>
                  <a:gd name="connsiteX13" fmla="*/ 0 w 438860"/>
                  <a:gd name="connsiteY13" fmla="*/ 11237 h 4641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8860" h="464101">
                    <a:moveTo>
                      <a:pt x="0" y="11237"/>
                    </a:moveTo>
                    <a:lnTo>
                      <a:pt x="134918" y="11237"/>
                    </a:lnTo>
                    <a:lnTo>
                      <a:pt x="134918" y="73148"/>
                    </a:lnTo>
                    <a:lnTo>
                      <a:pt x="136847" y="73148"/>
                    </a:lnTo>
                    <a:cubicBezTo>
                      <a:pt x="155613" y="37545"/>
                      <a:pt x="201538" y="0"/>
                      <a:pt x="270015" y="0"/>
                    </a:cubicBezTo>
                    <a:cubicBezTo>
                      <a:pt x="412524" y="0"/>
                      <a:pt x="438861" y="93769"/>
                      <a:pt x="438861" y="215736"/>
                    </a:cubicBezTo>
                    <a:lnTo>
                      <a:pt x="438861" y="464101"/>
                    </a:lnTo>
                    <a:lnTo>
                      <a:pt x="298125" y="464101"/>
                    </a:lnTo>
                    <a:lnTo>
                      <a:pt x="298125" y="243873"/>
                    </a:lnTo>
                    <a:cubicBezTo>
                      <a:pt x="298125" y="191358"/>
                      <a:pt x="297224" y="123796"/>
                      <a:pt x="224991" y="123796"/>
                    </a:cubicBezTo>
                    <a:cubicBezTo>
                      <a:pt x="151754" y="123796"/>
                      <a:pt x="140580" y="181035"/>
                      <a:pt x="140580" y="240114"/>
                    </a:cubicBezTo>
                    <a:lnTo>
                      <a:pt x="140580" y="464101"/>
                    </a:lnTo>
                    <a:lnTo>
                      <a:pt x="0" y="464101"/>
                    </a:lnTo>
                    <a:lnTo>
                      <a:pt x="0" y="11237"/>
                    </a:lnTo>
                    <a:close/>
                  </a:path>
                </a:pathLst>
              </a:custGeom>
              <a:solidFill>
                <a:srgbClr val="FFFFFF"/>
              </a:solidFill>
              <a:ln w="1964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1" name="Oval 30">
              <a:hlinkClick r:id="rId5"/>
              <a:extLst>
                <a:ext uri="{FF2B5EF4-FFF2-40B4-BE49-F238E27FC236}">
                  <a16:creationId xmlns:a16="http://schemas.microsoft.com/office/drawing/2014/main" id="{EAB8E4C6-7BE3-51ED-ABFC-964F6AE3729B}"/>
                </a:ext>
              </a:extLst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F0508168-1FBD-BCA0-1DED-C778795906F2}"/>
              </a:ext>
            </a:extLst>
          </p:cNvPr>
          <p:cNvGrpSpPr/>
          <p:nvPr userDrawn="1"/>
        </p:nvGrpSpPr>
        <p:grpSpPr>
          <a:xfrm>
            <a:off x="1542850" y="4428000"/>
            <a:ext cx="675000" cy="675000"/>
            <a:chOff x="1542850" y="4428000"/>
            <a:chExt cx="675000" cy="67500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4085314-3E35-DF8C-8E5B-1C7C3F36FB79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Graphic 84">
              <a:extLst>
                <a:ext uri="{FF2B5EF4-FFF2-40B4-BE49-F238E27FC236}">
                  <a16:creationId xmlns:a16="http://schemas.microsoft.com/office/drawing/2014/main" id="{4871053C-AB8F-A852-D3EF-93A5716708BA}"/>
                </a:ext>
              </a:extLst>
            </p:cNvPr>
            <p:cNvSpPr/>
            <p:nvPr/>
          </p:nvSpPr>
          <p:spPr>
            <a:xfrm>
              <a:off x="1781995" y="4581085"/>
              <a:ext cx="196710" cy="368831"/>
            </a:xfrm>
            <a:custGeom>
              <a:avLst/>
              <a:gdLst>
                <a:gd name="connsiteX0" fmla="*/ 85005 w 304800"/>
                <a:gd name="connsiteY0" fmla="*/ 571500 h 571500"/>
                <a:gd name="connsiteX1" fmla="*/ 85005 w 304800"/>
                <a:gd name="connsiteY1" fmla="*/ 323850 h 571500"/>
                <a:gd name="connsiteX2" fmla="*/ 0 w 304800"/>
                <a:gd name="connsiteY2" fmla="*/ 323850 h 571500"/>
                <a:gd name="connsiteX3" fmla="*/ 0 w 304800"/>
                <a:gd name="connsiteY3" fmla="*/ 209550 h 571500"/>
                <a:gd name="connsiteX4" fmla="*/ 85005 w 304800"/>
                <a:gd name="connsiteY4" fmla="*/ 209550 h 571500"/>
                <a:gd name="connsiteX5" fmla="*/ 85005 w 304800"/>
                <a:gd name="connsiteY5" fmla="*/ 129730 h 571500"/>
                <a:gd name="connsiteX6" fmla="*/ 217613 w 304800"/>
                <a:gd name="connsiteY6" fmla="*/ 0 h 571500"/>
                <a:gd name="connsiteX7" fmla="*/ 296005 w 304800"/>
                <a:gd name="connsiteY7" fmla="*/ 4003 h 571500"/>
                <a:gd name="connsiteX8" fmla="*/ 296005 w 304800"/>
                <a:gd name="connsiteY8" fmla="*/ 94869 h 571500"/>
                <a:gd name="connsiteX9" fmla="*/ 242210 w 304800"/>
                <a:gd name="connsiteY9" fmla="*/ 94893 h 571500"/>
                <a:gd name="connsiteX10" fmla="*/ 190500 w 304800"/>
                <a:gd name="connsiteY10" fmla="*/ 144353 h 571500"/>
                <a:gd name="connsiteX11" fmla="*/ 190500 w 304800"/>
                <a:gd name="connsiteY11" fmla="*/ 209550 h 571500"/>
                <a:gd name="connsiteX12" fmla="*/ 304800 w 304800"/>
                <a:gd name="connsiteY12" fmla="*/ 209550 h 571500"/>
                <a:gd name="connsiteX13" fmla="*/ 266700 w 304800"/>
                <a:gd name="connsiteY13" fmla="*/ 323850 h 571500"/>
                <a:gd name="connsiteX14" fmla="*/ 190500 w 304800"/>
                <a:gd name="connsiteY14" fmla="*/ 323850 h 571500"/>
                <a:gd name="connsiteX15" fmla="*/ 190500 w 304800"/>
                <a:gd name="connsiteY15" fmla="*/ 571500 h 571500"/>
                <a:gd name="connsiteX16" fmla="*/ 85005 w 304800"/>
                <a:gd name="connsiteY16" fmla="*/ 571500 h 57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4800" h="571500">
                  <a:moveTo>
                    <a:pt x="85005" y="571500"/>
                  </a:moveTo>
                  <a:lnTo>
                    <a:pt x="85005" y="323850"/>
                  </a:lnTo>
                  <a:lnTo>
                    <a:pt x="0" y="323850"/>
                  </a:lnTo>
                  <a:lnTo>
                    <a:pt x="0" y="209550"/>
                  </a:lnTo>
                  <a:lnTo>
                    <a:pt x="85005" y="209550"/>
                  </a:lnTo>
                  <a:lnTo>
                    <a:pt x="85005" y="129730"/>
                  </a:lnTo>
                  <a:cubicBezTo>
                    <a:pt x="85005" y="42782"/>
                    <a:pt x="140049" y="0"/>
                    <a:pt x="217613" y="0"/>
                  </a:cubicBezTo>
                  <a:cubicBezTo>
                    <a:pt x="254767" y="0"/>
                    <a:pt x="286699" y="2766"/>
                    <a:pt x="296005" y="4003"/>
                  </a:cubicBezTo>
                  <a:lnTo>
                    <a:pt x="296005" y="94869"/>
                  </a:lnTo>
                  <a:lnTo>
                    <a:pt x="242210" y="94893"/>
                  </a:lnTo>
                  <a:cubicBezTo>
                    <a:pt x="200026" y="94893"/>
                    <a:pt x="190500" y="114938"/>
                    <a:pt x="190500" y="144353"/>
                  </a:cubicBezTo>
                  <a:lnTo>
                    <a:pt x="190500" y="209550"/>
                  </a:lnTo>
                  <a:lnTo>
                    <a:pt x="304800" y="209550"/>
                  </a:lnTo>
                  <a:lnTo>
                    <a:pt x="266700" y="323850"/>
                  </a:lnTo>
                  <a:lnTo>
                    <a:pt x="190500" y="323850"/>
                  </a:lnTo>
                  <a:lnTo>
                    <a:pt x="190500" y="571500"/>
                  </a:lnTo>
                  <a:lnTo>
                    <a:pt x="85005" y="571500"/>
                  </a:lnTo>
                  <a:close/>
                </a:path>
              </a:pathLst>
            </a:custGeom>
            <a:solidFill>
              <a:schemeClr val="bg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Oval 36">
              <a:hlinkClick r:id="rId6"/>
              <a:extLst>
                <a:ext uri="{FF2B5EF4-FFF2-40B4-BE49-F238E27FC236}">
                  <a16:creationId xmlns:a16="http://schemas.microsoft.com/office/drawing/2014/main" id="{59DE552B-DD41-E6A5-FE2C-1B4E1B2BE8CB}"/>
                </a:ext>
              </a:extLst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2033FE2-6392-1D3C-2888-C5717CAEDDC1}"/>
              </a:ext>
            </a:extLst>
          </p:cNvPr>
          <p:cNvGrpSpPr/>
          <p:nvPr userDrawn="1"/>
        </p:nvGrpSpPr>
        <p:grpSpPr>
          <a:xfrm>
            <a:off x="2414150" y="4428000"/>
            <a:ext cx="675000" cy="675000"/>
            <a:chOff x="2414150" y="4428000"/>
            <a:chExt cx="675000" cy="6750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749DE65-19B7-81BD-D406-55281469FA3E}"/>
                </a:ext>
              </a:extLst>
            </p:cNvPr>
            <p:cNvSpPr/>
            <p:nvPr/>
          </p:nvSpPr>
          <p:spPr>
            <a:xfrm>
              <a:off x="24141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Graphic 47">
              <a:extLst>
                <a:ext uri="{FF2B5EF4-FFF2-40B4-BE49-F238E27FC236}">
                  <a16:creationId xmlns:a16="http://schemas.microsoft.com/office/drawing/2014/main" id="{21B156D2-05CA-B0B9-980F-74AE7F6A0F05}"/>
                </a:ext>
              </a:extLst>
            </p:cNvPr>
            <p:cNvSpPr/>
            <p:nvPr/>
          </p:nvSpPr>
          <p:spPr>
            <a:xfrm>
              <a:off x="2595051" y="4638236"/>
              <a:ext cx="313197" cy="254529"/>
            </a:xfrm>
            <a:custGeom>
              <a:avLst/>
              <a:gdLst>
                <a:gd name="connsiteX0" fmla="*/ 948974 w 948974"/>
                <a:gd name="connsiteY0" fmla="*/ 91294 h 771212"/>
                <a:gd name="connsiteX1" fmla="*/ 837152 w 948974"/>
                <a:gd name="connsiteY1" fmla="*/ 121951 h 771212"/>
                <a:gd name="connsiteX2" fmla="*/ 922757 w 948974"/>
                <a:gd name="connsiteY2" fmla="*/ 14237 h 771212"/>
                <a:gd name="connsiteX3" fmla="*/ 799125 w 948974"/>
                <a:gd name="connsiteY3" fmla="*/ 61484 h 771212"/>
                <a:gd name="connsiteX4" fmla="*/ 657015 w 948974"/>
                <a:gd name="connsiteY4" fmla="*/ 0 h 771212"/>
                <a:gd name="connsiteX5" fmla="*/ 462316 w 948974"/>
                <a:gd name="connsiteY5" fmla="*/ 194689 h 771212"/>
                <a:gd name="connsiteX6" fmla="*/ 467356 w 948974"/>
                <a:gd name="connsiteY6" fmla="*/ 239058 h 771212"/>
                <a:gd name="connsiteX7" fmla="*/ 66063 w 948974"/>
                <a:gd name="connsiteY7" fmla="*/ 35637 h 771212"/>
                <a:gd name="connsiteX8" fmla="*/ 39705 w 948974"/>
                <a:gd name="connsiteY8" fmla="*/ 133517 h 771212"/>
                <a:gd name="connsiteX9" fmla="*/ 126317 w 948974"/>
                <a:gd name="connsiteY9" fmla="*/ 295569 h 771212"/>
                <a:gd name="connsiteX10" fmla="*/ 38132 w 948974"/>
                <a:gd name="connsiteY10" fmla="*/ 271217 h 771212"/>
                <a:gd name="connsiteX11" fmla="*/ 38115 w 948974"/>
                <a:gd name="connsiteY11" fmla="*/ 273664 h 771212"/>
                <a:gd name="connsiteX12" fmla="*/ 194292 w 948974"/>
                <a:gd name="connsiteY12" fmla="*/ 464572 h 771212"/>
                <a:gd name="connsiteX13" fmla="*/ 142998 w 948974"/>
                <a:gd name="connsiteY13" fmla="*/ 471399 h 771212"/>
                <a:gd name="connsiteX14" fmla="*/ 106368 w 948974"/>
                <a:gd name="connsiteY14" fmla="*/ 467908 h 771212"/>
                <a:gd name="connsiteX15" fmla="*/ 288241 w 948974"/>
                <a:gd name="connsiteY15" fmla="*/ 603119 h 771212"/>
                <a:gd name="connsiteX16" fmla="*/ 46444 w 948974"/>
                <a:gd name="connsiteY16" fmla="*/ 686461 h 771212"/>
                <a:gd name="connsiteX17" fmla="*/ 0 w 948974"/>
                <a:gd name="connsiteY17" fmla="*/ 683742 h 771212"/>
                <a:gd name="connsiteX18" fmla="*/ 298447 w 948974"/>
                <a:gd name="connsiteY18" fmla="*/ 771212 h 771212"/>
                <a:gd name="connsiteX19" fmla="*/ 852389 w 948974"/>
                <a:gd name="connsiteY19" fmla="*/ 217265 h 771212"/>
                <a:gd name="connsiteX20" fmla="*/ 851826 w 948974"/>
                <a:gd name="connsiteY20" fmla="*/ 192079 h 771212"/>
                <a:gd name="connsiteX21" fmla="*/ 948974 w 948974"/>
                <a:gd name="connsiteY21" fmla="*/ 91294 h 771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48974" h="771212">
                  <a:moveTo>
                    <a:pt x="948974" y="91294"/>
                  </a:moveTo>
                  <a:cubicBezTo>
                    <a:pt x="914059" y="106778"/>
                    <a:pt x="876538" y="117246"/>
                    <a:pt x="837152" y="121951"/>
                  </a:cubicBezTo>
                  <a:cubicBezTo>
                    <a:pt x="877351" y="97856"/>
                    <a:pt x="908222" y="59701"/>
                    <a:pt x="922757" y="14237"/>
                  </a:cubicBezTo>
                  <a:cubicBezTo>
                    <a:pt x="885141" y="36549"/>
                    <a:pt x="843474" y="52752"/>
                    <a:pt x="799125" y="61484"/>
                  </a:cubicBezTo>
                  <a:cubicBezTo>
                    <a:pt x="763611" y="23644"/>
                    <a:pt x="713011" y="0"/>
                    <a:pt x="657015" y="0"/>
                  </a:cubicBezTo>
                  <a:cubicBezTo>
                    <a:pt x="549488" y="0"/>
                    <a:pt x="462316" y="87172"/>
                    <a:pt x="462316" y="194689"/>
                  </a:cubicBezTo>
                  <a:cubicBezTo>
                    <a:pt x="462316" y="209950"/>
                    <a:pt x="464038" y="224807"/>
                    <a:pt x="467356" y="239058"/>
                  </a:cubicBezTo>
                  <a:cubicBezTo>
                    <a:pt x="305548" y="230939"/>
                    <a:pt x="162089" y="153429"/>
                    <a:pt x="66063" y="35637"/>
                  </a:cubicBezTo>
                  <a:cubicBezTo>
                    <a:pt x="49305" y="64393"/>
                    <a:pt x="39705" y="97836"/>
                    <a:pt x="39705" y="133517"/>
                  </a:cubicBezTo>
                  <a:cubicBezTo>
                    <a:pt x="39705" y="201062"/>
                    <a:pt x="74077" y="260654"/>
                    <a:pt x="126317" y="295569"/>
                  </a:cubicBezTo>
                  <a:cubicBezTo>
                    <a:pt x="94402" y="294559"/>
                    <a:pt x="64382" y="285800"/>
                    <a:pt x="38132" y="271217"/>
                  </a:cubicBezTo>
                  <a:cubicBezTo>
                    <a:pt x="38118" y="272030"/>
                    <a:pt x="38115" y="272844"/>
                    <a:pt x="38115" y="273664"/>
                  </a:cubicBezTo>
                  <a:cubicBezTo>
                    <a:pt x="38115" y="367997"/>
                    <a:pt x="105226" y="446688"/>
                    <a:pt x="194292" y="464572"/>
                  </a:cubicBezTo>
                  <a:cubicBezTo>
                    <a:pt x="177954" y="469019"/>
                    <a:pt x="160754" y="471399"/>
                    <a:pt x="142998" y="471399"/>
                  </a:cubicBezTo>
                  <a:cubicBezTo>
                    <a:pt x="130452" y="471399"/>
                    <a:pt x="118256" y="470179"/>
                    <a:pt x="106368" y="467908"/>
                  </a:cubicBezTo>
                  <a:cubicBezTo>
                    <a:pt x="131144" y="545256"/>
                    <a:pt x="203045" y="601547"/>
                    <a:pt x="288241" y="603119"/>
                  </a:cubicBezTo>
                  <a:cubicBezTo>
                    <a:pt x="221608" y="655336"/>
                    <a:pt x="137659" y="686461"/>
                    <a:pt x="46444" y="686461"/>
                  </a:cubicBezTo>
                  <a:cubicBezTo>
                    <a:pt x="30728" y="686461"/>
                    <a:pt x="15230" y="685539"/>
                    <a:pt x="0" y="683742"/>
                  </a:cubicBezTo>
                  <a:cubicBezTo>
                    <a:pt x="86162" y="738982"/>
                    <a:pt x="188499" y="771212"/>
                    <a:pt x="298447" y="771212"/>
                  </a:cubicBezTo>
                  <a:cubicBezTo>
                    <a:pt x="656561" y="771212"/>
                    <a:pt x="852389" y="474545"/>
                    <a:pt x="852389" y="217265"/>
                  </a:cubicBezTo>
                  <a:cubicBezTo>
                    <a:pt x="852389" y="208824"/>
                    <a:pt x="852199" y="200428"/>
                    <a:pt x="851826" y="192079"/>
                  </a:cubicBezTo>
                  <a:cubicBezTo>
                    <a:pt x="889863" y="164628"/>
                    <a:pt x="922873" y="130337"/>
                    <a:pt x="948974" y="91294"/>
                  </a:cubicBezTo>
                  <a:close/>
                </a:path>
              </a:pathLst>
            </a:custGeom>
            <a:solidFill>
              <a:schemeClr val="bg1"/>
            </a:solidFill>
            <a:ln w="196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Oval 40">
              <a:hlinkClick r:id="rId7"/>
              <a:extLst>
                <a:ext uri="{FF2B5EF4-FFF2-40B4-BE49-F238E27FC236}">
                  <a16:creationId xmlns:a16="http://schemas.microsoft.com/office/drawing/2014/main" id="{BBAB6DC2-7423-1DE3-E114-D0841DB0DF08}"/>
                </a:ext>
              </a:extLst>
            </p:cNvPr>
            <p:cNvSpPr/>
            <p:nvPr/>
          </p:nvSpPr>
          <p:spPr>
            <a:xfrm>
              <a:off x="24141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1B401F0-7B23-0E70-A987-C44C85E3F865}"/>
              </a:ext>
            </a:extLst>
          </p:cNvPr>
          <p:cNvGrpSpPr/>
          <p:nvPr userDrawn="1"/>
        </p:nvGrpSpPr>
        <p:grpSpPr>
          <a:xfrm>
            <a:off x="3285450" y="4428000"/>
            <a:ext cx="675000" cy="675000"/>
            <a:chOff x="3285450" y="4428000"/>
            <a:chExt cx="675000" cy="675000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8E769EA-0469-B4D5-0733-CA1925393D9E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chemeClr val="bg1">
                    <a:alpha val="0"/>
                  </a:schemeClr>
                </a:gs>
                <a:gs pos="100000">
                  <a:schemeClr val="bg1">
                    <a:alpha val="25000"/>
                  </a:schemeClr>
                </a:gs>
              </a:gsLst>
              <a:lin ang="3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DC4604B-DFB2-69D1-0C48-0E7E980498AC}"/>
                </a:ext>
              </a:extLst>
            </p:cNvPr>
            <p:cNvSpPr/>
            <p:nvPr/>
          </p:nvSpPr>
          <p:spPr>
            <a:xfrm>
              <a:off x="3454191" y="4646806"/>
              <a:ext cx="337518" cy="237389"/>
            </a:xfrm>
            <a:custGeom>
              <a:avLst/>
              <a:gdLst>
                <a:gd name="connsiteX0" fmla="*/ 376473 w 948974"/>
                <a:gd name="connsiteY0" fmla="*/ 190180 h 667449"/>
                <a:gd name="connsiteX1" fmla="*/ 376517 w 948974"/>
                <a:gd name="connsiteY1" fmla="*/ 456817 h 667449"/>
                <a:gd name="connsiteX2" fmla="*/ 632890 w 948974"/>
                <a:gd name="connsiteY2" fmla="*/ 323963 h 667449"/>
                <a:gd name="connsiteX3" fmla="*/ 474281 w 948974"/>
                <a:gd name="connsiteY3" fmla="*/ 0 h 667449"/>
                <a:gd name="connsiteX4" fmla="*/ 474693 w 948974"/>
                <a:gd name="connsiteY4" fmla="*/ 0 h 667449"/>
                <a:gd name="connsiteX5" fmla="*/ 806688 w 948974"/>
                <a:gd name="connsiteY5" fmla="*/ 9599 h 667449"/>
                <a:gd name="connsiteX6" fmla="*/ 901772 w 948974"/>
                <a:gd name="connsiteY6" fmla="*/ 49796 h 667449"/>
                <a:gd name="connsiteX7" fmla="*/ 939498 w 948974"/>
                <a:gd name="connsiteY7" fmla="*/ 143989 h 667449"/>
                <a:gd name="connsiteX8" fmla="*/ 948974 w 948974"/>
                <a:gd name="connsiteY8" fmla="*/ 297577 h 667449"/>
                <a:gd name="connsiteX9" fmla="*/ 948974 w 948974"/>
                <a:gd name="connsiteY9" fmla="*/ 369572 h 667449"/>
                <a:gd name="connsiteX10" fmla="*/ 939498 w 948974"/>
                <a:gd name="connsiteY10" fmla="*/ 523160 h 667449"/>
                <a:gd name="connsiteX11" fmla="*/ 901772 w 948974"/>
                <a:gd name="connsiteY11" fmla="*/ 617353 h 667449"/>
                <a:gd name="connsiteX12" fmla="*/ 806688 w 948974"/>
                <a:gd name="connsiteY12" fmla="*/ 657550 h 667449"/>
                <a:gd name="connsiteX13" fmla="*/ 474488 w 948974"/>
                <a:gd name="connsiteY13" fmla="*/ 667449 h 667449"/>
                <a:gd name="connsiteX14" fmla="*/ 151839 w 948974"/>
                <a:gd name="connsiteY14" fmla="*/ 657916 h 667449"/>
                <a:gd name="connsiteX15" fmla="*/ 47202 w 948974"/>
                <a:gd name="connsiteY15" fmla="*/ 617353 h 667449"/>
                <a:gd name="connsiteX16" fmla="*/ 9491 w 948974"/>
                <a:gd name="connsiteY16" fmla="*/ 523160 h 667449"/>
                <a:gd name="connsiteX17" fmla="*/ 0 w 948974"/>
                <a:gd name="connsiteY17" fmla="*/ 369572 h 667449"/>
                <a:gd name="connsiteX18" fmla="*/ 0 w 948974"/>
                <a:gd name="connsiteY18" fmla="*/ 297577 h 667449"/>
                <a:gd name="connsiteX19" fmla="*/ 9490 w 948974"/>
                <a:gd name="connsiteY19" fmla="*/ 143989 h 667449"/>
                <a:gd name="connsiteX20" fmla="*/ 47202 w 948974"/>
                <a:gd name="connsiteY20" fmla="*/ 49796 h 667449"/>
                <a:gd name="connsiteX21" fmla="*/ 142286 w 948974"/>
                <a:gd name="connsiteY21" fmla="*/ 9599 h 667449"/>
                <a:gd name="connsiteX22" fmla="*/ 474281 w 948974"/>
                <a:gd name="connsiteY22" fmla="*/ 0 h 667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8974" h="667449">
                  <a:moveTo>
                    <a:pt x="376473" y="190180"/>
                  </a:moveTo>
                  <a:lnTo>
                    <a:pt x="376517" y="456817"/>
                  </a:lnTo>
                  <a:lnTo>
                    <a:pt x="632890" y="323963"/>
                  </a:lnTo>
                  <a:close/>
                  <a:moveTo>
                    <a:pt x="474281" y="0"/>
                  </a:moveTo>
                  <a:lnTo>
                    <a:pt x="474693" y="0"/>
                  </a:lnTo>
                  <a:cubicBezTo>
                    <a:pt x="474693" y="0"/>
                    <a:pt x="673893" y="0"/>
                    <a:pt x="806688" y="9599"/>
                  </a:cubicBezTo>
                  <a:cubicBezTo>
                    <a:pt x="825238" y="11812"/>
                    <a:pt x="865686" y="11999"/>
                    <a:pt x="901772" y="49796"/>
                  </a:cubicBezTo>
                  <a:cubicBezTo>
                    <a:pt x="930224" y="78594"/>
                    <a:pt x="939498" y="143989"/>
                    <a:pt x="939498" y="143989"/>
                  </a:cubicBezTo>
                  <a:cubicBezTo>
                    <a:pt x="939498" y="143989"/>
                    <a:pt x="948974" y="220783"/>
                    <a:pt x="948974" y="297577"/>
                  </a:cubicBezTo>
                  <a:lnTo>
                    <a:pt x="948974" y="369572"/>
                  </a:lnTo>
                  <a:cubicBezTo>
                    <a:pt x="948974" y="446366"/>
                    <a:pt x="939498" y="523160"/>
                    <a:pt x="939498" y="523160"/>
                  </a:cubicBezTo>
                  <a:cubicBezTo>
                    <a:pt x="939498" y="523160"/>
                    <a:pt x="930224" y="588555"/>
                    <a:pt x="901772" y="617353"/>
                  </a:cubicBezTo>
                  <a:cubicBezTo>
                    <a:pt x="865687" y="655150"/>
                    <a:pt x="825238" y="655337"/>
                    <a:pt x="806688" y="657550"/>
                  </a:cubicBezTo>
                  <a:cubicBezTo>
                    <a:pt x="673893" y="667149"/>
                    <a:pt x="474488" y="667449"/>
                    <a:pt x="474488" y="667449"/>
                  </a:cubicBezTo>
                  <a:cubicBezTo>
                    <a:pt x="474488" y="667449"/>
                    <a:pt x="227759" y="665196"/>
                    <a:pt x="151839" y="657916"/>
                  </a:cubicBezTo>
                  <a:cubicBezTo>
                    <a:pt x="130719" y="653955"/>
                    <a:pt x="83301" y="655150"/>
                    <a:pt x="47202" y="617353"/>
                  </a:cubicBezTo>
                  <a:cubicBezTo>
                    <a:pt x="18749" y="588555"/>
                    <a:pt x="9491" y="523160"/>
                    <a:pt x="9491" y="523160"/>
                  </a:cubicBezTo>
                  <a:cubicBezTo>
                    <a:pt x="9491" y="523160"/>
                    <a:pt x="0" y="446366"/>
                    <a:pt x="0" y="369572"/>
                  </a:cubicBezTo>
                  <a:lnTo>
                    <a:pt x="0" y="297577"/>
                  </a:lnTo>
                  <a:cubicBezTo>
                    <a:pt x="0" y="220783"/>
                    <a:pt x="9490" y="143989"/>
                    <a:pt x="9490" y="143989"/>
                  </a:cubicBezTo>
                  <a:cubicBezTo>
                    <a:pt x="9490" y="143989"/>
                    <a:pt x="18749" y="78594"/>
                    <a:pt x="47202" y="49796"/>
                  </a:cubicBezTo>
                  <a:cubicBezTo>
                    <a:pt x="83301" y="11999"/>
                    <a:pt x="123735" y="11812"/>
                    <a:pt x="142286" y="9599"/>
                  </a:cubicBezTo>
                  <a:cubicBezTo>
                    <a:pt x="275085" y="0"/>
                    <a:pt x="474281" y="0"/>
                    <a:pt x="474281" y="0"/>
                  </a:cubicBezTo>
                  <a:close/>
                </a:path>
              </a:pathLst>
            </a:custGeom>
            <a:solidFill>
              <a:schemeClr val="bg1"/>
            </a:solidFill>
            <a:ln w="1964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Oval 44">
              <a:hlinkClick r:id="rId8"/>
              <a:extLst>
                <a:ext uri="{FF2B5EF4-FFF2-40B4-BE49-F238E27FC236}">
                  <a16:creationId xmlns:a16="http://schemas.microsoft.com/office/drawing/2014/main" id="{A08C08EA-BEDD-D50E-04EB-BB6C89AC4CD6}"/>
                </a:ext>
              </a:extLst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solidFill>
              <a:schemeClr val="bg2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89FFFCA-17A4-4600-A0CB-E384DB307A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000" y="360000"/>
            <a:ext cx="11016000" cy="369332"/>
          </a:xfrm>
        </p:spPr>
        <p:txBody>
          <a:bodyPr wrap="square" lIns="0" tIns="0" rIns="0" bIns="0" anchor="t">
            <a:spAutoFit/>
          </a:bodyPr>
          <a:lstStyle>
            <a:lvl1pPr>
              <a:lnSpc>
                <a:spcPct val="100000"/>
              </a:lnSpc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4FED07F-1D90-4D46-8347-34173E4881EE}"/>
              </a:ext>
            </a:extLst>
          </p:cNvPr>
          <p:cNvGrpSpPr/>
          <p:nvPr userDrawn="1"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61DF02C5-E274-4395-8EC3-892ECAA4DC80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9DD2ABF5-6049-4A2D-B63B-3CF66647FF48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B72ED01F-02E9-48A8-AD76-A34E6EDB0258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EF3C2233-911F-46D2-8906-1D30D1E70F9F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D11BA0D6-7C24-4442-B8A3-9FD1E72C832E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312EC510-CFEB-4652-8B0D-104810ECFD0D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0CD77D20-CA7D-4CD2-BE63-663DDC766999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68861543-82DB-4738-8712-9171B4811F1C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0586346-2B28-42B0-A4A5-A5D57FB08E74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41E5C780-D949-47BE-9E6D-F3FE63A54567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13077E6D-80C6-4E1E-BD3B-2842C665B038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F2BC5A8-7032-49EB-876F-2C0D46BCA2E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6AF3080-0E7E-413C-A0F7-A511E36A677A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44CF598B-2A86-4A47-B916-D63C4AFA72AF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10A2E7C3-B0C3-430E-8811-23B07D2C6D5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8153071B-3263-4383-B08D-15CBD36D9AA0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07D6BF60-B541-4D62-BA7A-7DC38F1ACA87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45FB0E-905F-A9EF-8748-B0C96DC09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000" y="1502651"/>
            <a:ext cx="3456000" cy="1107996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3600" b="0" baseline="0"/>
            </a:lvl1pPr>
            <a:lvl2pPr marL="0" indent="0">
              <a:buNone/>
              <a:defRPr/>
            </a:lvl2pPr>
            <a:lvl3pPr marL="360000" indent="0">
              <a:buNone/>
              <a:defRPr/>
            </a:lvl3pPr>
            <a:lvl4pPr marL="576000" indent="0">
              <a:buNone/>
              <a:defRPr/>
            </a:lvl4pPr>
            <a:lvl5pPr marL="8280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590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35CA0C-32FF-6FFD-8511-3713F4A7BA89}"/>
              </a:ext>
            </a:extLst>
          </p:cNvPr>
          <p:cNvSpPr/>
          <p:nvPr userDrawn="1"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1726DB-1EEC-EB10-19D3-7CE5393C86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 userDrawn="1"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988913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8760" y="3184018"/>
            <a:ext cx="5040000" cy="307777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 userDrawn="1"/>
        </p:nvSpPr>
        <p:spPr>
          <a:xfrm>
            <a:off x="5765062" y="2876242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8760" y="3603118"/>
            <a:ext cx="5040000" cy="246221"/>
          </a:xfrm>
        </p:spPr>
        <p:txBody>
          <a:bodyPr lIns="0" tIns="0" rIns="0" bIns="0" anchor="t">
            <a:spAutoFit/>
          </a:bodyPr>
          <a:lstStyle>
            <a:lvl1pPr marL="0" indent="0" algn="ctr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687837" y="4226051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87837" y="4516563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63837" y="4226051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63837" y="4516563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742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14319" y="988444"/>
            <a:ext cx="1363362" cy="30422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 userDrawn="1"/>
        </p:nvGrpSpPr>
        <p:grpSpPr>
          <a:xfrm>
            <a:off x="5635699" y="-10208"/>
            <a:ext cx="920602" cy="74305"/>
            <a:chOff x="5635699" y="5931141"/>
            <a:chExt cx="920602" cy="74305"/>
          </a:xfrm>
          <a:solidFill>
            <a:schemeClr val="tx2"/>
          </a:solidFill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Title 146">
            <a:extLst>
              <a:ext uri="{FF2B5EF4-FFF2-40B4-BE49-F238E27FC236}">
                <a16:creationId xmlns:a16="http://schemas.microsoft.com/office/drawing/2014/main" id="{10528203-8EE3-708B-ED31-A7CC57072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8760" y="1763325"/>
            <a:ext cx="5040000" cy="615553"/>
          </a:xfrm>
        </p:spPr>
        <p:txBody>
          <a:bodyPr wrap="square" lIns="0" tIns="0" rIns="0" bIns="0">
            <a:spAutoFit/>
          </a:bodyPr>
          <a:lstStyle>
            <a:lvl1pPr algn="ctr">
              <a:lnSpc>
                <a:spcPct val="100000"/>
              </a:lnSpc>
              <a:defRPr sz="4000" b="1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Contact</a:t>
            </a:r>
          </a:p>
        </p:txBody>
      </p:sp>
      <p:sp>
        <p:nvSpPr>
          <p:cNvPr id="28" name="Parallelogram 27">
            <a:extLst>
              <a:ext uri="{FF2B5EF4-FFF2-40B4-BE49-F238E27FC236}">
                <a16:creationId xmlns:a16="http://schemas.microsoft.com/office/drawing/2014/main" id="{2C9DCC1E-3969-BF52-60F0-FB782ADEAEC8}"/>
              </a:ext>
            </a:extLst>
          </p:cNvPr>
          <p:cNvSpPr/>
          <p:nvPr userDrawn="1"/>
        </p:nvSpPr>
        <p:spPr>
          <a:xfrm>
            <a:off x="5765062" y="2650654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5CCF6E-B3A8-9DDE-7E91-DE15CB1B9070}"/>
              </a:ext>
            </a:extLst>
          </p:cNvPr>
          <p:cNvSpPr/>
          <p:nvPr userDrawn="1"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EED7C8-D978-6740-5F4A-BB317C93AD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61" name="Rectangle: Diagonal Corners Snipped 60">
            <a:extLst>
              <a:ext uri="{FF2B5EF4-FFF2-40B4-BE49-F238E27FC236}">
                <a16:creationId xmlns:a16="http://schemas.microsoft.com/office/drawing/2014/main" id="{DC6D96CC-1089-E06B-46FA-D8E3AB2EFB5C}"/>
              </a:ext>
            </a:extLst>
          </p:cNvPr>
          <p:cNvSpPr/>
          <p:nvPr userDrawn="1"/>
        </p:nvSpPr>
        <p:spPr>
          <a:xfrm>
            <a:off x="1802802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992E954-8E6E-B41C-B9C6-A5BEC2744EB6}"/>
              </a:ext>
            </a:extLst>
          </p:cNvPr>
          <p:cNvGrpSpPr/>
          <p:nvPr userDrawn="1"/>
        </p:nvGrpSpPr>
        <p:grpSpPr>
          <a:xfrm>
            <a:off x="2241885" y="3605998"/>
            <a:ext cx="920602" cy="74305"/>
            <a:chOff x="696000" y="1460737"/>
            <a:chExt cx="920602" cy="112014"/>
          </a:xfrm>
        </p:grpSpPr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BFD980B2-A6E4-8222-CAC0-56F2F0672F13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7BE791A2-483B-2AA0-7280-686D3B106583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5AD1ABCE-79FF-EEA0-133C-D64877B37BA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703A49B3-7D99-2290-BF37-143FED8F2CC3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D537B85A-9C2B-3034-BF3C-CF10797EC3B4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CBBAC2EB-3CB2-B1C5-73A7-8AE9AEBC8F24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6892D4C8-D139-0300-9912-5060485C72FF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9E8FC4DF-166B-FDBD-9306-F5FDC83F0B7F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EC49D20-F6A5-97A5-E4F8-7E8C601C8572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07FFE63-0D4C-EFCA-3170-CF0277D89833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F01E1545-AE5C-2174-5126-BCCFF87F8BD9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46EC0EA0-032D-71F5-F99C-FFFCDB442006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25BD62FB-CD88-182A-19F9-5949D9A9E1CC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D90DE440-43B7-94E8-DBB6-D196503F3935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6EE3FB26-883B-34E4-4F76-9B75A8AE93DC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9E7669E2-21C6-730C-92D6-9B364B9BD49A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7523A9F3-8502-A03F-59CB-F13B0CF0C8AD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7" name="Text Placeholder 148">
            <a:extLst>
              <a:ext uri="{FF2B5EF4-FFF2-40B4-BE49-F238E27FC236}">
                <a16:creationId xmlns:a16="http://schemas.microsoft.com/office/drawing/2014/main" id="{6E1A2553-F13A-8F46-CDED-9C784D2328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1885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29" name="Text Placeholder 148">
            <a:extLst>
              <a:ext uri="{FF2B5EF4-FFF2-40B4-BE49-F238E27FC236}">
                <a16:creationId xmlns:a16="http://schemas.microsoft.com/office/drawing/2014/main" id="{E7540DDA-149F-CFEA-11CC-5EB2649F70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241885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30" name="Text Placeholder 148">
            <a:extLst>
              <a:ext uri="{FF2B5EF4-FFF2-40B4-BE49-F238E27FC236}">
                <a16:creationId xmlns:a16="http://schemas.microsoft.com/office/drawing/2014/main" id="{0D48FC20-0DCC-D3DD-2CA2-61AAE00BA6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65886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31" name="Text Placeholder 148">
            <a:extLst>
              <a:ext uri="{FF2B5EF4-FFF2-40B4-BE49-F238E27FC236}">
                <a16:creationId xmlns:a16="http://schemas.microsoft.com/office/drawing/2014/main" id="{7FDBC2F3-C488-04EC-C370-E76A0E77A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5886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00315634-22C9-A037-76D7-70E754E23A3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41886" y="5034150"/>
            <a:ext cx="180000" cy="1800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7C9F517-36DB-E103-A97E-0CB7396E49D6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41886" y="5324662"/>
            <a:ext cx="180000" cy="180000"/>
          </a:xfrm>
          <a:prstGeom prst="rect">
            <a:avLst/>
          </a:prstGeom>
        </p:spPr>
      </p:pic>
      <p:sp>
        <p:nvSpPr>
          <p:cNvPr id="63" name="Rectangle: Diagonal Corners Snipped 62">
            <a:extLst>
              <a:ext uri="{FF2B5EF4-FFF2-40B4-BE49-F238E27FC236}">
                <a16:creationId xmlns:a16="http://schemas.microsoft.com/office/drawing/2014/main" id="{7E1B0414-7770-2283-9DB5-24C5B05AF424}"/>
              </a:ext>
            </a:extLst>
          </p:cNvPr>
          <p:cNvSpPr/>
          <p:nvPr userDrawn="1"/>
        </p:nvSpPr>
        <p:spPr>
          <a:xfrm>
            <a:off x="6299293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0" rIns="360000" bIns="360000" rtlCol="0" anchor="ctr"/>
          <a:lstStyle/>
          <a:p>
            <a:endParaRPr lang="en-US" sz="1600" dirty="0">
              <a:solidFill>
                <a:schemeClr val="tx2"/>
              </a:solidFill>
            </a:endParaRP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6AF36EF-3AE6-8334-CDED-EE6EE7760FB0}"/>
              </a:ext>
            </a:extLst>
          </p:cNvPr>
          <p:cNvGrpSpPr/>
          <p:nvPr userDrawn="1"/>
        </p:nvGrpSpPr>
        <p:grpSpPr>
          <a:xfrm>
            <a:off x="6738376" y="3605998"/>
            <a:ext cx="920602" cy="74305"/>
            <a:chOff x="696000" y="1460737"/>
            <a:chExt cx="920602" cy="112014"/>
          </a:xfrm>
        </p:grpSpPr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DF394163-9977-873C-FFE8-7741931E6D07}"/>
                </a:ext>
              </a:extLst>
            </p:cNvPr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C1E1DDFE-45AE-F8A6-381B-B36837F17B61}"/>
                </a:ext>
              </a:extLst>
            </p:cNvPr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05D0223B-C321-A0DB-54E4-97163FF6CB21}"/>
                </a:ext>
              </a:extLst>
            </p:cNvPr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3F5C21E2-3827-A642-A025-2FC1157943AA}"/>
                </a:ext>
              </a:extLst>
            </p:cNvPr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BD5A1671-FB01-879A-BF61-7D2716B511C3}"/>
                </a:ext>
              </a:extLst>
            </p:cNvPr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B42A2FF9-C2C9-8999-B228-424E9DE08836}"/>
                </a:ext>
              </a:extLst>
            </p:cNvPr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1FC6EC5D-DC88-2CFD-89A3-698A75619EA3}"/>
                </a:ext>
              </a:extLst>
            </p:cNvPr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Parallelogram 71">
              <a:extLst>
                <a:ext uri="{FF2B5EF4-FFF2-40B4-BE49-F238E27FC236}">
                  <a16:creationId xmlns:a16="http://schemas.microsoft.com/office/drawing/2014/main" id="{3F4C8936-2AAE-9573-031C-870E11840F30}"/>
                </a:ext>
              </a:extLst>
            </p:cNvPr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3" name="Parallelogram 72">
              <a:extLst>
                <a:ext uri="{FF2B5EF4-FFF2-40B4-BE49-F238E27FC236}">
                  <a16:creationId xmlns:a16="http://schemas.microsoft.com/office/drawing/2014/main" id="{7A596D35-9B09-7EB6-BB56-F0A526D45FF1}"/>
                </a:ext>
              </a:extLst>
            </p:cNvPr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4" name="Parallelogram 73">
              <a:extLst>
                <a:ext uri="{FF2B5EF4-FFF2-40B4-BE49-F238E27FC236}">
                  <a16:creationId xmlns:a16="http://schemas.microsoft.com/office/drawing/2014/main" id="{E7D9CE85-F1BC-5EDE-CA89-3BF5F825F8A2}"/>
                </a:ext>
              </a:extLst>
            </p:cNvPr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5" name="Parallelogram 74">
              <a:extLst>
                <a:ext uri="{FF2B5EF4-FFF2-40B4-BE49-F238E27FC236}">
                  <a16:creationId xmlns:a16="http://schemas.microsoft.com/office/drawing/2014/main" id="{E4EAA8AA-6BDC-FDE6-2F3A-14EEBE8576DE}"/>
                </a:ext>
              </a:extLst>
            </p:cNvPr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Parallelogram 75">
              <a:extLst>
                <a:ext uri="{FF2B5EF4-FFF2-40B4-BE49-F238E27FC236}">
                  <a16:creationId xmlns:a16="http://schemas.microsoft.com/office/drawing/2014/main" id="{58C9DC03-626F-30E2-F70D-C0419D8970C8}"/>
                </a:ext>
              </a:extLst>
            </p:cNvPr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7" name="Parallelogram 76">
              <a:extLst>
                <a:ext uri="{FF2B5EF4-FFF2-40B4-BE49-F238E27FC236}">
                  <a16:creationId xmlns:a16="http://schemas.microsoft.com/office/drawing/2014/main" id="{31ED7392-E818-5ECA-A906-5DA413565E93}"/>
                </a:ext>
              </a:extLst>
            </p:cNvPr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8" name="Parallelogram 77">
              <a:extLst>
                <a:ext uri="{FF2B5EF4-FFF2-40B4-BE49-F238E27FC236}">
                  <a16:creationId xmlns:a16="http://schemas.microsoft.com/office/drawing/2014/main" id="{5179ADAF-D748-71D4-06DF-EB28FFB7B446}"/>
                </a:ext>
              </a:extLst>
            </p:cNvPr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9" name="Parallelogram 78">
              <a:extLst>
                <a:ext uri="{FF2B5EF4-FFF2-40B4-BE49-F238E27FC236}">
                  <a16:creationId xmlns:a16="http://schemas.microsoft.com/office/drawing/2014/main" id="{8A70151B-BFFE-77EC-A6B8-2D26EE6CB708}"/>
                </a:ext>
              </a:extLst>
            </p:cNvPr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0" name="Parallelogram 79">
              <a:extLst>
                <a:ext uri="{FF2B5EF4-FFF2-40B4-BE49-F238E27FC236}">
                  <a16:creationId xmlns:a16="http://schemas.microsoft.com/office/drawing/2014/main" id="{4B5C99F2-F2B2-D961-B8AA-34C34E615BB2}"/>
                </a:ext>
              </a:extLst>
            </p:cNvPr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1" name="Parallelogram 80">
              <a:extLst>
                <a:ext uri="{FF2B5EF4-FFF2-40B4-BE49-F238E27FC236}">
                  <a16:creationId xmlns:a16="http://schemas.microsoft.com/office/drawing/2014/main" id="{C81D6F11-F7EC-C9E6-70BB-F838DDFE273C}"/>
                </a:ext>
              </a:extLst>
            </p:cNvPr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tx2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82" name="Text Placeholder 148">
            <a:extLst>
              <a:ext uri="{FF2B5EF4-FFF2-40B4-BE49-F238E27FC236}">
                <a16:creationId xmlns:a16="http://schemas.microsoft.com/office/drawing/2014/main" id="{2CBFB104-57E2-7955-9345-A2F3DC48DF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376" y="4118900"/>
            <a:ext cx="3193655" cy="307777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2000" b="1" cap="none" spc="0" baseline="0">
                <a:solidFill>
                  <a:schemeClr val="bg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Name</a:t>
            </a:r>
          </a:p>
        </p:txBody>
      </p:sp>
      <p:sp>
        <p:nvSpPr>
          <p:cNvPr id="83" name="Text Placeholder 148">
            <a:extLst>
              <a:ext uri="{FF2B5EF4-FFF2-40B4-BE49-F238E27FC236}">
                <a16:creationId xmlns:a16="http://schemas.microsoft.com/office/drawing/2014/main" id="{FAF2BA5F-D0F1-3970-1EAF-4F685F8D25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38376" y="4513288"/>
            <a:ext cx="3193655" cy="246221"/>
          </a:xfrm>
        </p:spPr>
        <p:txBody>
          <a:bodyPr wrap="square" lIns="0" tIns="0" rIns="0" bIns="0" anchor="t">
            <a:spAutoFit/>
          </a:bodyPr>
          <a:lstStyle>
            <a:lvl1pPr marL="0" indent="0" algn="l">
              <a:lnSpc>
                <a:spcPct val="100000"/>
              </a:lnSpc>
              <a:buNone/>
              <a:defRPr sz="1600" b="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Job title</a:t>
            </a:r>
          </a:p>
        </p:txBody>
      </p:sp>
      <p:sp>
        <p:nvSpPr>
          <p:cNvPr id="84" name="Text Placeholder 148">
            <a:extLst>
              <a:ext uri="{FF2B5EF4-FFF2-40B4-BE49-F238E27FC236}">
                <a16:creationId xmlns:a16="http://schemas.microsoft.com/office/drawing/2014/main" id="{74C07AD3-B16B-CD99-CBC3-8F9F846CB5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62377" y="5034150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Phone number</a:t>
            </a:r>
          </a:p>
        </p:txBody>
      </p:sp>
      <p:sp>
        <p:nvSpPr>
          <p:cNvPr id="85" name="Text Placeholder 148">
            <a:extLst>
              <a:ext uri="{FF2B5EF4-FFF2-40B4-BE49-F238E27FC236}">
                <a16:creationId xmlns:a16="http://schemas.microsoft.com/office/drawing/2014/main" id="{B9A8E74A-CEC9-3A4E-D1F1-3116526DE26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062377" y="5324662"/>
            <a:ext cx="1883175" cy="184666"/>
          </a:xfr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00000"/>
              </a:lnSpc>
              <a:buNone/>
              <a:defRPr sz="1200" b="1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noProof="0" dirty="0"/>
              <a:t>email</a:t>
            </a:r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7F94B3EA-AC65-E721-29D5-18E5E2AB86C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38377" y="5034150"/>
            <a:ext cx="180000" cy="1800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C047A593-96D7-9330-A35D-FEA4A5E66844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8377" y="5324662"/>
            <a:ext cx="180000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80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Diagonal Corners Snipped 2">
            <a:extLst>
              <a:ext uri="{FF2B5EF4-FFF2-40B4-BE49-F238E27FC236}">
                <a16:creationId xmlns:a16="http://schemas.microsoft.com/office/drawing/2014/main" id="{69127C2F-5369-4A96-BADC-4D348F6A51AC}"/>
              </a:ext>
            </a:extLst>
          </p:cNvPr>
          <p:cNvSpPr/>
          <p:nvPr userDrawn="1"/>
        </p:nvSpPr>
        <p:spPr>
          <a:xfrm>
            <a:off x="3263900" y="1036069"/>
            <a:ext cx="5664200" cy="5055812"/>
          </a:xfrm>
          <a:prstGeom prst="snip2DiagRect">
            <a:avLst>
              <a:gd name="adj1" fmla="val 2894"/>
              <a:gd name="adj2" fmla="val 0"/>
            </a:avLst>
          </a:prstGeom>
          <a:solidFill>
            <a:schemeClr val="bg1"/>
          </a:solidFill>
          <a:ln>
            <a:gradFill>
              <a:gsLst>
                <a:gs pos="0">
                  <a:srgbClr val="65699E">
                    <a:alpha val="10000"/>
                  </a:srgbClr>
                </a:gs>
                <a:gs pos="100000">
                  <a:srgbClr val="65699E">
                    <a:alpha val="5000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rIns="360000" rtlCol="0" anchor="ctr"/>
          <a:lstStyle/>
          <a:p>
            <a:endParaRPr lang="en-US" sz="1600" b="1" dirty="0">
              <a:solidFill>
                <a:schemeClr val="tx2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8883B4D-A69F-1D2B-18F5-6006B1FDDE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5100" y="1428554"/>
            <a:ext cx="1701800" cy="379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65BB811-09AE-D63B-5860-1E80D477493D}"/>
              </a:ext>
            </a:extLst>
          </p:cNvPr>
          <p:cNvSpPr txBox="1"/>
          <p:nvPr userDrawn="1"/>
        </p:nvSpPr>
        <p:spPr>
          <a:xfrm>
            <a:off x="4188427" y="3307146"/>
            <a:ext cx="3815147" cy="923330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6000" b="1" dirty="0">
                <a:solidFill>
                  <a:schemeClr val="tx2"/>
                </a:solidFill>
              </a:rPr>
              <a:t>Thank you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DBE90FC-FBC1-006F-1E0C-7311172565A6}"/>
              </a:ext>
            </a:extLst>
          </p:cNvPr>
          <p:cNvGrpSpPr/>
          <p:nvPr userDrawn="1"/>
        </p:nvGrpSpPr>
        <p:grpSpPr>
          <a:xfrm>
            <a:off x="5635699" y="5893751"/>
            <a:ext cx="920602" cy="74305"/>
            <a:chOff x="5635699" y="5931141"/>
            <a:chExt cx="920602" cy="74305"/>
          </a:xfrm>
        </p:grpSpPr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5C06112D-C2DC-599B-E79E-275B1E436517}"/>
                </a:ext>
              </a:extLst>
            </p:cNvPr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0" name="Parallelogram 9">
              <a:extLst>
                <a:ext uri="{FF2B5EF4-FFF2-40B4-BE49-F238E27FC236}">
                  <a16:creationId xmlns:a16="http://schemas.microsoft.com/office/drawing/2014/main" id="{CD6AAEC3-27D1-FA8F-18E6-970C69FE39E0}"/>
                </a:ext>
              </a:extLst>
            </p:cNvPr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" name="Parallelogram 10">
              <a:extLst>
                <a:ext uri="{FF2B5EF4-FFF2-40B4-BE49-F238E27FC236}">
                  <a16:creationId xmlns:a16="http://schemas.microsoft.com/office/drawing/2014/main" id="{CF169514-1412-FC60-4F91-B979BFFF1AE2}"/>
                </a:ext>
              </a:extLst>
            </p:cNvPr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Parallelogram 11">
              <a:extLst>
                <a:ext uri="{FF2B5EF4-FFF2-40B4-BE49-F238E27FC236}">
                  <a16:creationId xmlns:a16="http://schemas.microsoft.com/office/drawing/2014/main" id="{5D263860-367F-AE68-520D-0C4142E47FC0}"/>
                </a:ext>
              </a:extLst>
            </p:cNvPr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D7CD06CD-4C09-4D31-0EE5-A4EBF0C1ABA5}"/>
                </a:ext>
              </a:extLst>
            </p:cNvPr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4" name="Parallelogram 13">
              <a:extLst>
                <a:ext uri="{FF2B5EF4-FFF2-40B4-BE49-F238E27FC236}">
                  <a16:creationId xmlns:a16="http://schemas.microsoft.com/office/drawing/2014/main" id="{69B91FD8-78AC-C7EE-AEC9-CC178AF727A2}"/>
                </a:ext>
              </a:extLst>
            </p:cNvPr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50C8285-BE24-2317-6DD7-3A1EB6996B13}"/>
                </a:ext>
              </a:extLst>
            </p:cNvPr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47D26DBC-64FB-E33B-D28A-3CE5FC0F9B55}"/>
                </a:ext>
              </a:extLst>
            </p:cNvPr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7" name="Parallelogram 16">
              <a:extLst>
                <a:ext uri="{FF2B5EF4-FFF2-40B4-BE49-F238E27FC236}">
                  <a16:creationId xmlns:a16="http://schemas.microsoft.com/office/drawing/2014/main" id="{9A7F0486-0BF5-B895-E6AC-59BDCEC97213}"/>
                </a:ext>
              </a:extLst>
            </p:cNvPr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05990F3-7556-08AE-E5A9-48FCEEBC02A5}"/>
                </a:ext>
              </a:extLst>
            </p:cNvPr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9" name="Parallelogram 18">
              <a:extLst>
                <a:ext uri="{FF2B5EF4-FFF2-40B4-BE49-F238E27FC236}">
                  <a16:creationId xmlns:a16="http://schemas.microsoft.com/office/drawing/2014/main" id="{BECAA1A5-8715-24A7-4D4A-ECA531AAB64A}"/>
                </a:ext>
              </a:extLst>
            </p:cNvPr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2BB96BC8-4E66-0FA2-CC2B-BE7026003590}"/>
                </a:ext>
              </a:extLst>
            </p:cNvPr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Parallelogram 20">
              <a:extLst>
                <a:ext uri="{FF2B5EF4-FFF2-40B4-BE49-F238E27FC236}">
                  <a16:creationId xmlns:a16="http://schemas.microsoft.com/office/drawing/2014/main" id="{A29BE453-38EE-4BEE-834C-91F3C44128DD}"/>
                </a:ext>
              </a:extLst>
            </p:cNvPr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Parallelogram 21">
              <a:extLst>
                <a:ext uri="{FF2B5EF4-FFF2-40B4-BE49-F238E27FC236}">
                  <a16:creationId xmlns:a16="http://schemas.microsoft.com/office/drawing/2014/main" id="{5E7CB30D-AD66-083E-6B7A-D48EA39EC604}"/>
                </a:ext>
              </a:extLst>
            </p:cNvPr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Parallelogram 22">
              <a:extLst>
                <a:ext uri="{FF2B5EF4-FFF2-40B4-BE49-F238E27FC236}">
                  <a16:creationId xmlns:a16="http://schemas.microsoft.com/office/drawing/2014/main" id="{F27CF3FD-4677-2F50-3EBE-BCC11238E685}"/>
                </a:ext>
              </a:extLst>
            </p:cNvPr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Parallelogram 23">
              <a:extLst>
                <a:ext uri="{FF2B5EF4-FFF2-40B4-BE49-F238E27FC236}">
                  <a16:creationId xmlns:a16="http://schemas.microsoft.com/office/drawing/2014/main" id="{AE4CF8D6-DE6F-AFEE-C379-CD2444E608EA}"/>
                </a:ext>
              </a:extLst>
            </p:cNvPr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Parallelogram 24">
              <a:extLst>
                <a:ext uri="{FF2B5EF4-FFF2-40B4-BE49-F238E27FC236}">
                  <a16:creationId xmlns:a16="http://schemas.microsoft.com/office/drawing/2014/main" id="{42F01BBD-144F-CECF-1EB0-6302F9EAC956}"/>
                </a:ext>
              </a:extLst>
            </p:cNvPr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B62BD2B-3327-8166-9570-43943810B1F1}"/>
              </a:ext>
            </a:extLst>
          </p:cNvPr>
          <p:cNvSpPr/>
          <p:nvPr userDrawn="1"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85000">
                <a:schemeClr val="tx2"/>
              </a:gs>
              <a:gs pos="0">
                <a:schemeClr val="bg2"/>
              </a:gs>
              <a:gs pos="100000">
                <a:schemeClr val="tx2"/>
              </a:gs>
            </a:gsLst>
            <a:lin ang="1800000" scaled="0"/>
          </a:gradFill>
          <a:ln>
            <a:gradFill>
              <a:gsLst>
                <a:gs pos="85000">
                  <a:schemeClr val="tx2"/>
                </a:gs>
                <a:gs pos="0">
                  <a:schemeClr val="bg2"/>
                </a:gs>
                <a:gs pos="100000">
                  <a:schemeClr val="tx2"/>
                </a:gs>
              </a:gsLst>
              <a:lin ang="1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52613AB-A8E0-71B5-3B88-4DF49B90E7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alphaModFix amt="16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</p:spPr>
      </p:pic>
      <p:sp>
        <p:nvSpPr>
          <p:cNvPr id="7" name="Rectangle: Rounded Corners 6">
            <a:hlinkClick r:id="rId5"/>
            <a:extLst>
              <a:ext uri="{FF2B5EF4-FFF2-40B4-BE49-F238E27FC236}">
                <a16:creationId xmlns:a16="http://schemas.microsoft.com/office/drawing/2014/main" id="{B563A139-4A6D-394B-7BA5-454CEB56E049}"/>
              </a:ext>
            </a:extLst>
          </p:cNvPr>
          <p:cNvSpPr/>
          <p:nvPr userDrawn="1"/>
        </p:nvSpPr>
        <p:spPr>
          <a:xfrm>
            <a:off x="4368000" y="5544951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317500" algn="ctr" rotWithShape="0">
              <a:schemeClr val="tx2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www.thalesgroup.com</a:t>
            </a:r>
          </a:p>
        </p:txBody>
      </p:sp>
    </p:spTree>
    <p:extLst>
      <p:ext uri="{BB962C8B-B14F-4D97-AF65-F5344CB8AC3E}">
        <p14:creationId xmlns:p14="http://schemas.microsoft.com/office/powerpoint/2010/main" val="1534763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463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" y="0"/>
            <a:ext cx="12188391" cy="6858000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424374" y="4485"/>
            <a:ext cx="11394588" cy="369332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text styles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701787" y="1341675"/>
            <a:ext cx="10926105" cy="4344892"/>
          </a:xfrm>
        </p:spPr>
        <p:txBody>
          <a:bodyPr/>
          <a:lstStyle>
            <a:lvl1pPr>
              <a:spcBef>
                <a:spcPts val="600"/>
              </a:spcBef>
              <a:spcAft>
                <a:spcPts val="700"/>
              </a:spcAft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 userDrawn="1"/>
        </p:nvSpPr>
        <p:spPr>
          <a:xfrm>
            <a:off x="177649" y="6403771"/>
            <a:ext cx="1048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4350D62-B6BB-E847-B7AB-6B0C5C66D2F8}" type="slidenum">
              <a:rPr lang="en-GB" sz="1200" noProof="0" smtClean="0">
                <a:solidFill>
                  <a:schemeClr val="bg1"/>
                </a:solidFill>
              </a:rPr>
              <a:pPr algn="l"/>
              <a:t>‹#›</a:t>
            </a:fld>
            <a:endParaRPr lang="en-GB" sz="1200" noProof="0" dirty="0">
              <a:solidFill>
                <a:schemeClr val="bg1"/>
              </a:solidFill>
            </a:endParaRPr>
          </a:p>
        </p:txBody>
      </p:sp>
      <p:sp>
        <p:nvSpPr>
          <p:cNvPr id="9" name="Freeform 22"/>
          <p:cNvSpPr>
            <a:spLocks/>
          </p:cNvSpPr>
          <p:nvPr userDrawn="1"/>
        </p:nvSpPr>
        <p:spPr bwMode="auto">
          <a:xfrm rot="10800000" flipH="1">
            <a:off x="212929" y="6456764"/>
            <a:ext cx="277824" cy="291115"/>
          </a:xfrm>
          <a:custGeom>
            <a:avLst/>
            <a:gdLst>
              <a:gd name="T0" fmla="*/ 39 w 412"/>
              <a:gd name="T1" fmla="*/ 411 h 411"/>
              <a:gd name="T2" fmla="*/ 0 w 412"/>
              <a:gd name="T3" fmla="*/ 411 h 411"/>
              <a:gd name="T4" fmla="*/ 0 w 412"/>
              <a:gd name="T5" fmla="*/ 0 h 411"/>
              <a:gd name="T6" fmla="*/ 412 w 412"/>
              <a:gd name="T7" fmla="*/ 0 h 411"/>
              <a:gd name="T8" fmla="*/ 412 w 412"/>
              <a:gd name="T9" fmla="*/ 39 h 411"/>
              <a:gd name="T10" fmla="*/ 39 w 412"/>
              <a:gd name="T11" fmla="*/ 39 h 411"/>
              <a:gd name="T12" fmla="*/ 39 w 412"/>
              <a:gd name="T13" fmla="*/ 411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2" h="411">
                <a:moveTo>
                  <a:pt x="39" y="411"/>
                </a:moveTo>
                <a:lnTo>
                  <a:pt x="0" y="411"/>
                </a:lnTo>
                <a:lnTo>
                  <a:pt x="0" y="0"/>
                </a:lnTo>
                <a:lnTo>
                  <a:pt x="412" y="0"/>
                </a:lnTo>
                <a:lnTo>
                  <a:pt x="412" y="39"/>
                </a:lnTo>
                <a:lnTo>
                  <a:pt x="39" y="39"/>
                </a:lnTo>
                <a:lnTo>
                  <a:pt x="39" y="411"/>
                </a:lnTo>
                <a:close/>
              </a:path>
            </a:pathLst>
          </a:custGeom>
          <a:solidFill>
            <a:srgbClr val="00A99F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0" name="ZoneTexte 11"/>
          <p:cNvSpPr txBox="1">
            <a:spLocks noChangeArrowheads="1"/>
          </p:cNvSpPr>
          <p:nvPr userDrawn="1"/>
        </p:nvSpPr>
        <p:spPr bwMode="auto">
          <a:xfrm>
            <a:off x="5291667" y="6401929"/>
            <a:ext cx="1608667" cy="314488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square" lIns="60960" tIns="62400" rIns="6096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algn="ctr" defTabSz="609585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67" b="0" kern="1200" noProof="0" dirty="0">
                <a:solidFill>
                  <a:srgbClr val="00B050"/>
                </a:solidFill>
                <a:latin typeface="+mj-lt"/>
                <a:ea typeface="+mn-ea"/>
                <a:cs typeface="+mn-cs"/>
              </a:rPr>
              <a:t>THALES GROUP LIMITED DISTRIBUTION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337" y="6208033"/>
            <a:ext cx="2082671" cy="464652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auto">
          <a:xfrm>
            <a:off x="0" y="171583"/>
            <a:ext cx="242475" cy="41043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67" b="0" i="0" u="none" strike="noStrike" cap="none" normalizeH="0" baseline="0" noProof="0" dirty="0">
              <a:ln>
                <a:noFill/>
              </a:ln>
              <a:solidFill>
                <a:srgbClr val="323265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6" name="Straight Connector 3"/>
          <p:cNvCxnSpPr/>
          <p:nvPr userDrawn="1"/>
        </p:nvCxnSpPr>
        <p:spPr bwMode="auto">
          <a:xfrm>
            <a:off x="-5941" y="751217"/>
            <a:ext cx="12197941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7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36"/>
          <p:cNvSpPr>
            <a:spLocks noChangeArrowheads="1"/>
          </p:cNvSpPr>
          <p:nvPr userDrawn="1"/>
        </p:nvSpPr>
        <p:spPr bwMode="auto">
          <a:xfrm rot="16200000">
            <a:off x="-1888367" y="3781663"/>
            <a:ext cx="4189328" cy="307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667" kern="120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This document may not be reproduced, modified, adapted, published, translated, in any way, in whole or in part</a:t>
            </a:r>
            <a:r>
              <a:rPr lang="en-GB" sz="667" kern="1200" baseline="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667" kern="120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or disclosed to a third party without the prior written consent of THALES  -  © 2023</a:t>
            </a:r>
            <a:r>
              <a:rPr lang="en-GB" sz="667" kern="1200" baseline="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 THALES</a:t>
            </a:r>
            <a:r>
              <a:rPr lang="en-GB" sz="667" kern="120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69274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" y="0"/>
            <a:ext cx="12188391" cy="6858000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424374" y="1038896"/>
            <a:ext cx="11517633" cy="49135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2400"/>
          </a:p>
        </p:txBody>
      </p:sp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424374" y="4485"/>
            <a:ext cx="11394588" cy="369332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text styles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701787" y="1341675"/>
            <a:ext cx="10926105" cy="4344892"/>
          </a:xfrm>
        </p:spPr>
        <p:txBody>
          <a:bodyPr/>
          <a:lstStyle>
            <a:lvl1pPr>
              <a:spcBef>
                <a:spcPts val="600"/>
              </a:spcBef>
              <a:spcAft>
                <a:spcPts val="700"/>
              </a:spcAft>
              <a:buClr>
                <a:srgbClr val="00A99F"/>
              </a:buClr>
              <a:defRPr>
                <a:solidFill>
                  <a:srgbClr val="00A99F"/>
                </a:solidFill>
              </a:defRPr>
            </a:lvl1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7" name="Espace réservé du numéro de diapositive 5"/>
          <p:cNvSpPr txBox="1">
            <a:spLocks/>
          </p:cNvSpPr>
          <p:nvPr userDrawn="1"/>
        </p:nvSpPr>
        <p:spPr>
          <a:xfrm>
            <a:off x="177649" y="6403771"/>
            <a:ext cx="1048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4350D62-B6BB-E847-B7AB-6B0C5C66D2F8}" type="slidenum">
              <a:rPr lang="en-GB" sz="1200" noProof="0" smtClean="0">
                <a:solidFill>
                  <a:schemeClr val="bg1"/>
                </a:solidFill>
              </a:rPr>
              <a:pPr algn="l"/>
              <a:t>‹#›</a:t>
            </a:fld>
            <a:endParaRPr lang="en-GB" sz="1200" noProof="0" dirty="0">
              <a:solidFill>
                <a:schemeClr val="bg1"/>
              </a:solidFill>
            </a:endParaRPr>
          </a:p>
        </p:txBody>
      </p:sp>
      <p:sp>
        <p:nvSpPr>
          <p:cNvPr id="9" name="Freeform 22"/>
          <p:cNvSpPr>
            <a:spLocks/>
          </p:cNvSpPr>
          <p:nvPr userDrawn="1"/>
        </p:nvSpPr>
        <p:spPr bwMode="auto">
          <a:xfrm rot="10800000" flipH="1">
            <a:off x="212929" y="6456764"/>
            <a:ext cx="277824" cy="291115"/>
          </a:xfrm>
          <a:custGeom>
            <a:avLst/>
            <a:gdLst>
              <a:gd name="T0" fmla="*/ 39 w 412"/>
              <a:gd name="T1" fmla="*/ 411 h 411"/>
              <a:gd name="T2" fmla="*/ 0 w 412"/>
              <a:gd name="T3" fmla="*/ 411 h 411"/>
              <a:gd name="T4" fmla="*/ 0 w 412"/>
              <a:gd name="T5" fmla="*/ 0 h 411"/>
              <a:gd name="T6" fmla="*/ 412 w 412"/>
              <a:gd name="T7" fmla="*/ 0 h 411"/>
              <a:gd name="T8" fmla="*/ 412 w 412"/>
              <a:gd name="T9" fmla="*/ 39 h 411"/>
              <a:gd name="T10" fmla="*/ 39 w 412"/>
              <a:gd name="T11" fmla="*/ 39 h 411"/>
              <a:gd name="T12" fmla="*/ 39 w 412"/>
              <a:gd name="T13" fmla="*/ 411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2" h="411">
                <a:moveTo>
                  <a:pt x="39" y="411"/>
                </a:moveTo>
                <a:lnTo>
                  <a:pt x="0" y="411"/>
                </a:lnTo>
                <a:lnTo>
                  <a:pt x="0" y="0"/>
                </a:lnTo>
                <a:lnTo>
                  <a:pt x="412" y="0"/>
                </a:lnTo>
                <a:lnTo>
                  <a:pt x="412" y="39"/>
                </a:lnTo>
                <a:lnTo>
                  <a:pt x="39" y="39"/>
                </a:lnTo>
                <a:lnTo>
                  <a:pt x="39" y="411"/>
                </a:lnTo>
                <a:close/>
              </a:path>
            </a:pathLst>
          </a:custGeom>
          <a:solidFill>
            <a:srgbClr val="00A99F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0" name="ZoneTexte 11"/>
          <p:cNvSpPr txBox="1">
            <a:spLocks noChangeArrowheads="1"/>
          </p:cNvSpPr>
          <p:nvPr userDrawn="1"/>
        </p:nvSpPr>
        <p:spPr bwMode="auto">
          <a:xfrm>
            <a:off x="5291667" y="6401929"/>
            <a:ext cx="1608667" cy="314488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square" lIns="60960" tIns="62400" rIns="6096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algn="ctr" defTabSz="609585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67" b="0" kern="1200" noProof="0" dirty="0">
                <a:solidFill>
                  <a:srgbClr val="00B050"/>
                </a:solidFill>
                <a:latin typeface="+mj-lt"/>
                <a:ea typeface="+mn-ea"/>
                <a:cs typeface="+mn-cs"/>
              </a:rPr>
              <a:t>THALES GROUP LIMITED DISTRIBUTION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337" y="6208033"/>
            <a:ext cx="2082671" cy="464652"/>
          </a:xfrm>
          <a:prstGeom prst="rect">
            <a:avLst/>
          </a:prstGeom>
        </p:spPr>
      </p:pic>
      <p:sp>
        <p:nvSpPr>
          <p:cNvPr id="15" name="Rectangle 14"/>
          <p:cNvSpPr/>
          <p:nvPr userDrawn="1"/>
        </p:nvSpPr>
        <p:spPr bwMode="auto">
          <a:xfrm>
            <a:off x="0" y="171583"/>
            <a:ext cx="242475" cy="410433"/>
          </a:xfrm>
          <a:prstGeom prst="rect">
            <a:avLst/>
          </a:prstGeom>
          <a:solidFill>
            <a:schemeClr val="accent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21920" tIns="60960" rIns="121920" bIns="6096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121917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867" b="0" i="0" u="none" strike="noStrike" cap="none" normalizeH="0" baseline="0" noProof="0" dirty="0">
              <a:ln>
                <a:noFill/>
              </a:ln>
              <a:solidFill>
                <a:srgbClr val="323265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6" name="Straight Connector 3"/>
          <p:cNvCxnSpPr/>
          <p:nvPr userDrawn="1"/>
        </p:nvCxnSpPr>
        <p:spPr bwMode="auto">
          <a:xfrm>
            <a:off x="-5941" y="751217"/>
            <a:ext cx="12197941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7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36"/>
          <p:cNvSpPr>
            <a:spLocks noChangeArrowheads="1"/>
          </p:cNvSpPr>
          <p:nvPr userDrawn="1"/>
        </p:nvSpPr>
        <p:spPr bwMode="auto">
          <a:xfrm rot="16200000">
            <a:off x="-1888367" y="3781663"/>
            <a:ext cx="4189328" cy="307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667" kern="120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This document may not be reproduced, modified, adapted, published, translated, in any way, in whole or in part</a:t>
            </a:r>
            <a:r>
              <a:rPr lang="en-GB" sz="667" kern="1200" baseline="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667" kern="120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or disclosed to a third party without the prior written consent of THALES  -  © 2023</a:t>
            </a:r>
            <a:r>
              <a:rPr lang="en-GB" sz="667" kern="1200" baseline="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 THALES</a:t>
            </a:r>
            <a:r>
              <a:rPr lang="en-GB" sz="667" kern="120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626260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"/>
            <a:ext cx="12192000" cy="6857745"/>
          </a:xfrm>
          <a:prstGeom prst="rect">
            <a:avLst/>
          </a:prstGeom>
        </p:spPr>
      </p:pic>
      <p:sp>
        <p:nvSpPr>
          <p:cNvPr id="8" name="Titre 1"/>
          <p:cNvSpPr>
            <a:spLocks noGrp="1"/>
          </p:cNvSpPr>
          <p:nvPr>
            <p:ph type="title" hasCustomPrompt="1"/>
          </p:nvPr>
        </p:nvSpPr>
        <p:spPr>
          <a:xfrm>
            <a:off x="424374" y="987383"/>
            <a:ext cx="11517633" cy="369332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Click to edit Master text styles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20410" y="2017692"/>
            <a:ext cx="11521597" cy="3915177"/>
          </a:xfrm>
        </p:spPr>
        <p:txBody>
          <a:bodyPr/>
          <a:lstStyle>
            <a:lvl1pPr>
              <a:spcBef>
                <a:spcPts val="600"/>
              </a:spcBef>
              <a:spcAft>
                <a:spcPts val="700"/>
              </a:spcAft>
              <a:buClr>
                <a:srgbClr val="00A99F"/>
              </a:buClr>
              <a:defRPr>
                <a:solidFill>
                  <a:srgbClr val="00A99F"/>
                </a:solidFill>
              </a:defRPr>
            </a:lvl1pPr>
          </a:lstStyle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9337" y="6045557"/>
            <a:ext cx="2082671" cy="463619"/>
          </a:xfrm>
          <a:prstGeom prst="rect">
            <a:avLst/>
          </a:prstGeom>
        </p:spPr>
      </p:pic>
      <p:sp>
        <p:nvSpPr>
          <p:cNvPr id="7" name="Espace réservé du numéro de diapositive 5"/>
          <p:cNvSpPr txBox="1">
            <a:spLocks/>
          </p:cNvSpPr>
          <p:nvPr userDrawn="1"/>
        </p:nvSpPr>
        <p:spPr>
          <a:xfrm>
            <a:off x="177649" y="6403771"/>
            <a:ext cx="1048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44350D62-B6BB-E847-B7AB-6B0C5C66D2F8}" type="slidenum">
              <a:rPr lang="en-GB" sz="1200" noProof="0" smtClean="0">
                <a:solidFill>
                  <a:schemeClr val="bg1"/>
                </a:solidFill>
              </a:rPr>
              <a:pPr algn="l"/>
              <a:t>‹#›</a:t>
            </a:fld>
            <a:endParaRPr lang="en-GB" sz="1200" noProof="0" dirty="0">
              <a:solidFill>
                <a:schemeClr val="bg1"/>
              </a:solidFill>
            </a:endParaRPr>
          </a:p>
        </p:txBody>
      </p:sp>
      <p:sp>
        <p:nvSpPr>
          <p:cNvPr id="9" name="Freeform 22"/>
          <p:cNvSpPr>
            <a:spLocks/>
          </p:cNvSpPr>
          <p:nvPr userDrawn="1"/>
        </p:nvSpPr>
        <p:spPr bwMode="auto">
          <a:xfrm rot="10800000" flipH="1">
            <a:off x="212929" y="6456764"/>
            <a:ext cx="277824" cy="291115"/>
          </a:xfrm>
          <a:custGeom>
            <a:avLst/>
            <a:gdLst>
              <a:gd name="T0" fmla="*/ 39 w 412"/>
              <a:gd name="T1" fmla="*/ 411 h 411"/>
              <a:gd name="T2" fmla="*/ 0 w 412"/>
              <a:gd name="T3" fmla="*/ 411 h 411"/>
              <a:gd name="T4" fmla="*/ 0 w 412"/>
              <a:gd name="T5" fmla="*/ 0 h 411"/>
              <a:gd name="T6" fmla="*/ 412 w 412"/>
              <a:gd name="T7" fmla="*/ 0 h 411"/>
              <a:gd name="T8" fmla="*/ 412 w 412"/>
              <a:gd name="T9" fmla="*/ 39 h 411"/>
              <a:gd name="T10" fmla="*/ 39 w 412"/>
              <a:gd name="T11" fmla="*/ 39 h 411"/>
              <a:gd name="T12" fmla="*/ 39 w 412"/>
              <a:gd name="T13" fmla="*/ 411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12" h="411">
                <a:moveTo>
                  <a:pt x="39" y="411"/>
                </a:moveTo>
                <a:lnTo>
                  <a:pt x="0" y="411"/>
                </a:lnTo>
                <a:lnTo>
                  <a:pt x="0" y="0"/>
                </a:lnTo>
                <a:lnTo>
                  <a:pt x="412" y="0"/>
                </a:lnTo>
                <a:lnTo>
                  <a:pt x="412" y="39"/>
                </a:lnTo>
                <a:lnTo>
                  <a:pt x="39" y="39"/>
                </a:lnTo>
                <a:lnTo>
                  <a:pt x="39" y="411"/>
                </a:lnTo>
                <a:close/>
              </a:path>
            </a:pathLst>
          </a:custGeom>
          <a:solidFill>
            <a:srgbClr val="00A99F"/>
          </a:solidFill>
          <a:ln>
            <a:noFill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121917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10" name="ZoneTexte 11"/>
          <p:cNvSpPr txBox="1">
            <a:spLocks noChangeArrowheads="1"/>
          </p:cNvSpPr>
          <p:nvPr userDrawn="1"/>
        </p:nvSpPr>
        <p:spPr bwMode="auto">
          <a:xfrm>
            <a:off x="5291667" y="6187004"/>
            <a:ext cx="1608667" cy="314488"/>
          </a:xfrm>
          <a:prstGeom prst="rect">
            <a:avLst/>
          </a:prstGeom>
          <a:solidFill>
            <a:schemeClr val="bg1">
              <a:alpha val="50000"/>
            </a:schemeClr>
          </a:solidFill>
          <a:ln w="6350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wrap="square" lIns="60960" tIns="62400" rIns="60960" anchor="ctr" anchorCtr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0" algn="ctr" defTabSz="609585" rtl="0" eaLnBrk="1" fontAlgn="auto" latinLnBrk="0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667" b="0" kern="1200" noProof="0" dirty="0">
                <a:solidFill>
                  <a:srgbClr val="00B050"/>
                </a:solidFill>
                <a:latin typeface="+mj-lt"/>
                <a:ea typeface="+mn-ea"/>
                <a:cs typeface="+mn-cs"/>
              </a:rPr>
              <a:t>THALES GROUP LIMITED DISTRIBUTION</a:t>
            </a:r>
          </a:p>
        </p:txBody>
      </p:sp>
      <p:sp>
        <p:nvSpPr>
          <p:cNvPr id="11" name="Rectangle 36"/>
          <p:cNvSpPr>
            <a:spLocks noChangeArrowheads="1"/>
          </p:cNvSpPr>
          <p:nvPr userDrawn="1"/>
        </p:nvSpPr>
        <p:spPr bwMode="auto">
          <a:xfrm rot="16200000">
            <a:off x="-1888367" y="3781663"/>
            <a:ext cx="4189328" cy="307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GB" sz="667" kern="120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This document may not be reproduced, modified, adapted, published, translated, in any way, in whole or in part</a:t>
            </a:r>
            <a:r>
              <a:rPr lang="en-GB" sz="667" kern="1200" baseline="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667" kern="120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or disclosed to a third party without the prior written consent of THALES  -  © 2023</a:t>
            </a:r>
            <a:r>
              <a:rPr lang="en-GB" sz="667" kern="1200" baseline="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 THALES</a:t>
            </a:r>
            <a:r>
              <a:rPr lang="en-GB" sz="667" kern="1200" noProof="0" dirty="0">
                <a:solidFill>
                  <a:srgbClr val="969696"/>
                </a:solidFill>
                <a:latin typeface="+mn-lt"/>
                <a:ea typeface="+mn-ea"/>
                <a:cs typeface="+mn-cs"/>
              </a:rPr>
              <a:t>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18460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B72D0-9297-96BC-5416-05DEC1E5F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89C54D-22D8-7D6D-ED06-6E1B687068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72F01D-3D20-EF3E-0B9E-15106FCE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EC1-3F13-41B2-9E15-6FBBE4840BCB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16E7D-E92B-AECC-073A-6B3F42D07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AE4D0-9918-30E2-CEA8-BB2283780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CD65-E286-4954-934D-00709EC72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51569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D7DA5-2F7C-FC27-5626-6C1CFA4A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288FA-53E4-BF0C-C885-5575D875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3509DC-5191-6D55-1F67-F46BC172F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EC1-3F13-41B2-9E15-6FBBE4840BCB}" type="datetimeFigureOut">
              <a:rPr lang="en-GB" smtClean="0"/>
              <a:t>04/03/2026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FBA97-86B7-1643-4967-2F31DB12D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B28B5-8711-FA16-AF81-726DF12FE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FACD65-E286-4954-934D-00709EC722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29543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78E7FB-E7AF-41AD-8E1D-E564C38CE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GB" noProof="0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48240A-ACF9-41DF-8044-EFE58948F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8000" y="1064645"/>
            <a:ext cx="11016000" cy="45400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 dirty="0"/>
              <a:t>Click to edit Master text styles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718182-DBA0-4294-B9A7-5592074F8DF4}"/>
              </a:ext>
            </a:extLst>
          </p:cNvPr>
          <p:cNvSpPr/>
          <p:nvPr userDrawn="1"/>
        </p:nvSpPr>
        <p:spPr>
          <a:xfrm>
            <a:off x="0" y="6102000"/>
            <a:ext cx="12192000" cy="75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E298DD-28E2-4F1F-A4F0-407D8199D6F6}"/>
              </a:ext>
            </a:extLst>
          </p:cNvPr>
          <p:cNvSpPr/>
          <p:nvPr userDrawn="1"/>
        </p:nvSpPr>
        <p:spPr>
          <a:xfrm>
            <a:off x="11328000" y="6102000"/>
            <a:ext cx="864000" cy="756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D6BA80-B3B1-41ED-94FC-30F2434D99FA}"/>
              </a:ext>
            </a:extLst>
          </p:cNvPr>
          <p:cNvSpPr txBox="1"/>
          <p:nvPr userDrawn="1"/>
        </p:nvSpPr>
        <p:spPr>
          <a:xfrm>
            <a:off x="11577118" y="6380640"/>
            <a:ext cx="365764" cy="19872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fld id="{0A5252B4-D216-4A6A-AB33-98AB17F66667}" type="slidenum">
              <a:rPr lang="en-GB" sz="900" smtClean="0">
                <a:solidFill>
                  <a:schemeClr val="bg1"/>
                </a:solidFill>
                <a:latin typeface="+mj-lt"/>
              </a:rPr>
              <a:t>‹#›</a:t>
            </a:fld>
            <a:endParaRPr lang="en-GB" sz="9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9113D8-C34F-41E7-96C1-C52F3FA807A7}"/>
              </a:ext>
            </a:extLst>
          </p:cNvPr>
          <p:cNvSpPr/>
          <p:nvPr userDrawn="1"/>
        </p:nvSpPr>
        <p:spPr>
          <a:xfrm>
            <a:off x="11328000" y="6822000"/>
            <a:ext cx="864000" cy="36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CFF1D181-9371-4409-B9F4-B17B0E367DA5}"/>
              </a:ext>
            </a:extLst>
          </p:cNvPr>
          <p:cNvPicPr>
            <a:picLocks noChangeAspect="1"/>
          </p:cNvPicPr>
          <p:nvPr userDrawn="1"/>
        </p:nvPicPr>
        <p:blipFill>
          <a:blip r:embed="rId2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49118" y="6359505"/>
            <a:ext cx="1080000" cy="2409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98C9CA4-8A09-4C8A-B688-AF68F27D86FA}"/>
              </a:ext>
            </a:extLst>
          </p:cNvPr>
          <p:cNvSpPr txBox="1"/>
          <p:nvPr userDrawn="1"/>
        </p:nvSpPr>
        <p:spPr>
          <a:xfrm>
            <a:off x="1651322" y="6392746"/>
            <a:ext cx="8889356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REF </a:t>
            </a:r>
            <a:r>
              <a:rPr lang="en-US" sz="700" b="1" dirty="0" err="1">
                <a:solidFill>
                  <a:schemeClr val="tx1">
                    <a:alpha val="40000"/>
                  </a:schemeClr>
                </a:solidFill>
              </a:rPr>
              <a:t>xxxxxxxxxxxx</a:t>
            </a:r>
            <a:r>
              <a:rPr lang="en-US" sz="700" b="1" dirty="0">
                <a:solidFill>
                  <a:schemeClr val="tx1">
                    <a:alpha val="40000"/>
                  </a:schemeClr>
                </a:solidFill>
              </a:rPr>
              <a:t> rev xxx – date Name of the company / Template: 87211168-DOC-GRP-EN-007</a:t>
            </a:r>
          </a:p>
          <a:p>
            <a:pPr algn="ctr"/>
            <a:r>
              <a:rPr lang="en-GB" sz="600" dirty="0">
                <a:solidFill>
                  <a:srgbClr val="000000">
                    <a:alpha val="70000"/>
                  </a:srgbClr>
                </a:solidFill>
              </a:rPr>
              <a:t>This document may not be reproduced, modified, adapted, published, translated, in any way, in whole or in part or disclosed to a third party without the prior written consent of Thales </a:t>
            </a:r>
            <a:r>
              <a:rPr lang="en-GB" sz="600" b="1" dirty="0">
                <a:solidFill>
                  <a:srgbClr val="000000">
                    <a:alpha val="70000"/>
                  </a:srgbClr>
                </a:solidFill>
              </a:rPr>
              <a:t>© 2023 THALES. All rights reserved.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2AA835-16DB-4E38-A108-8114A18BB2A4}"/>
              </a:ext>
            </a:extLst>
          </p:cNvPr>
          <p:cNvSpPr/>
          <p:nvPr userDrawn="1"/>
        </p:nvSpPr>
        <p:spPr>
          <a:xfrm>
            <a:off x="0" y="6102000"/>
            <a:ext cx="12192000" cy="10800"/>
          </a:xfrm>
          <a:prstGeom prst="rect">
            <a:avLst/>
          </a:prstGeom>
          <a:solidFill>
            <a:srgbClr val="000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2290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7" r:id="rId2"/>
    <p:sldLayoutId id="2147483655" r:id="rId3"/>
    <p:sldLayoutId id="2147483662" r:id="rId4"/>
    <p:sldLayoutId id="2147483654" r:id="rId5"/>
    <p:sldLayoutId id="2147483688" r:id="rId6"/>
    <p:sldLayoutId id="2147483661" r:id="rId7"/>
    <p:sldLayoutId id="2147483663" r:id="rId8"/>
    <p:sldLayoutId id="2147483664" r:id="rId9"/>
    <p:sldLayoutId id="2147483684" r:id="rId10"/>
    <p:sldLayoutId id="2147483665" r:id="rId11"/>
    <p:sldLayoutId id="2147483666" r:id="rId12"/>
    <p:sldLayoutId id="2147483668" r:id="rId13"/>
    <p:sldLayoutId id="2147483669" r:id="rId14"/>
    <p:sldLayoutId id="2147483683" r:id="rId15"/>
    <p:sldLayoutId id="2147483675" r:id="rId16"/>
    <p:sldLayoutId id="2147483682" r:id="rId17"/>
    <p:sldLayoutId id="2147483681" r:id="rId18"/>
    <p:sldLayoutId id="2147483689" r:id="rId19"/>
    <p:sldLayoutId id="2147483691" r:id="rId20"/>
    <p:sldLayoutId id="2147483693" r:id="rId21"/>
    <p:sldLayoutId id="2147483694" r:id="rId22"/>
    <p:sldLayoutId id="2147483695" r:id="rId23"/>
    <p:sldLayoutId id="2147483696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14000"/>
        </a:lnSpc>
        <a:spcBef>
          <a:spcPts val="1600"/>
        </a:spcBef>
        <a:buClrTx/>
        <a:buFontTx/>
        <a:buBlip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</a:buBlip>
        <a:defRPr sz="1800" b="1" kern="1200">
          <a:solidFill>
            <a:schemeClr val="bg2"/>
          </a:solidFill>
          <a:latin typeface="+mn-lt"/>
          <a:ea typeface="+mn-ea"/>
          <a:cs typeface="+mn-cs"/>
        </a:defRPr>
      </a:lvl1pPr>
      <a:lvl2pPr marL="216000" indent="-216000" algn="l" defTabSz="914400" rtl="0" eaLnBrk="1" latinLnBrk="0" hangingPunct="1">
        <a:lnSpc>
          <a:spcPct val="114000"/>
        </a:lnSpc>
        <a:spcBef>
          <a:spcPts val="600"/>
        </a:spcBef>
        <a:buClr>
          <a:schemeClr val="accent3"/>
        </a:buClr>
        <a:buFont typeface="Wingdings 3" panose="05040102010807070707" pitchFamily="18" charset="2"/>
        <a:buChar char="ê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4000"/>
        </a:lnSpc>
        <a:spcBef>
          <a:spcPts val="600"/>
        </a:spcBef>
        <a:buFont typeface="Century Gothic" panose="020B0502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44000" algn="l" defTabSz="914400" rtl="0" eaLnBrk="1" latinLnBrk="0" hangingPunct="1">
        <a:lnSpc>
          <a:spcPct val="114000"/>
        </a:lnSpc>
        <a:spcBef>
          <a:spcPts val="300"/>
        </a:spcBef>
        <a:buClr>
          <a:schemeClr val="accent3"/>
        </a:buClr>
        <a:buFont typeface="Arial" panose="020B0604020202020204" pitchFamily="34" charset="0"/>
        <a:buChar char="›"/>
        <a:defRPr sz="11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936000" indent="-108000" algn="l" defTabSz="914400" rtl="0" eaLnBrk="1" latinLnBrk="0" hangingPunct="1">
        <a:lnSpc>
          <a:spcPct val="114000"/>
        </a:lnSpc>
        <a:spcBef>
          <a:spcPts val="300"/>
        </a:spcBef>
        <a:buFont typeface="Wingdings 3" panose="05040102010807070707" pitchFamily="18" charset="2"/>
        <a:buChar char=""/>
        <a:defRPr sz="10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4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2AF18-FA30-28CE-D911-B407D8CA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0000" y="2662254"/>
            <a:ext cx="3815273" cy="1661993"/>
          </a:xfrm>
        </p:spPr>
        <p:txBody>
          <a:bodyPr/>
          <a:lstStyle/>
          <a:p>
            <a:pPr algn="ctr"/>
            <a:r>
              <a:rPr lang="en-GB" dirty="0"/>
              <a:t>Thales Wex Work Experience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F06D14-C1B4-118C-4BE6-6C2132B4230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79500" y="4628182"/>
            <a:ext cx="3815273" cy="287195"/>
          </a:xfrm>
        </p:spPr>
        <p:txBody>
          <a:bodyPr/>
          <a:lstStyle/>
          <a:p>
            <a:pPr algn="ctr"/>
            <a:r>
              <a:rPr lang="en-GB" dirty="0"/>
              <a:t>Coding Demonstration</a:t>
            </a:r>
          </a:p>
        </p:txBody>
      </p:sp>
    </p:spTree>
    <p:extLst>
      <p:ext uri="{BB962C8B-B14F-4D97-AF65-F5344CB8AC3E}">
        <p14:creationId xmlns:p14="http://schemas.microsoft.com/office/powerpoint/2010/main" val="179843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B7E46-39EF-3D6C-48BF-316C7398E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programming and what it can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2A11C1-F70E-FF03-8FCB-840F2CB18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Programming is a process of creating a list of instructions that a computer can follow to perform a specific task.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What do you think programming can create?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16157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6840C-B838-DA82-73E0-AB55FAC93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D409E-768B-D338-A664-0C30BB209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programming and what it can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E5EF-D95A-58BE-26A6-018FE355E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Programming is a process of creating a list of instructions that a computer can follow to perform a specific task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Websites and applications</a:t>
            </a:r>
          </a:p>
        </p:txBody>
      </p:sp>
    </p:spTree>
    <p:extLst>
      <p:ext uri="{BB962C8B-B14F-4D97-AF65-F5344CB8AC3E}">
        <p14:creationId xmlns:p14="http://schemas.microsoft.com/office/powerpoint/2010/main" val="3480578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06E60-4685-D92B-BBA0-35C5BBF1B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4DAD6-D2CB-FEC6-4177-4E17DAA50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programming and what it can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06778-A334-7876-E8BB-F1B1C55AA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Programming is a process of creating a list of instructions that a computer can follow to perform a specific task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Websites and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Analysis Tools</a:t>
            </a:r>
          </a:p>
        </p:txBody>
      </p:sp>
    </p:spTree>
    <p:extLst>
      <p:ext uri="{BB962C8B-B14F-4D97-AF65-F5344CB8AC3E}">
        <p14:creationId xmlns:p14="http://schemas.microsoft.com/office/powerpoint/2010/main" val="244053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72337-8284-C7C6-7BF8-31BBD55E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F59D8-5B5A-EBB5-CC24-1892044E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programming and what it can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8B25E-49C9-6DC3-234A-2EA36CD7F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Programming is a process of creating a list of instructions that a computer can follow to perform a specific task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Websites and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Analysis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Artificial Intelligence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183796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632D6-5E34-A9F1-CFD0-939F7DA8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22EB-BC51-B24D-0ECC-B1F8A74C7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programming and what it can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07445-D070-93A7-9936-E8547A5FA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Programming is a process of creating a list of instructions that a computer can follow to perform a specific task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Websites and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Analysis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Artificial Intelligence and 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Cyber security solutions</a:t>
            </a:r>
          </a:p>
        </p:txBody>
      </p:sp>
    </p:spTree>
    <p:extLst>
      <p:ext uri="{BB962C8B-B14F-4D97-AF65-F5344CB8AC3E}">
        <p14:creationId xmlns:p14="http://schemas.microsoft.com/office/powerpoint/2010/main" val="3434136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FD332-16D8-E5C3-60A4-8562A4D64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1483-CBF2-48DE-A69A-F9053965C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programming and what it can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FF842-A4B4-8485-239F-61151735E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Programming is a process of creating a list of instructions that a computer can follow to perform a specific task</a:t>
            </a:r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Websites and applications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Data Analysis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Artificial Intelligence and machine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Cyber security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Many More</a:t>
            </a:r>
          </a:p>
        </p:txBody>
      </p:sp>
    </p:spTree>
    <p:extLst>
      <p:ext uri="{BB962C8B-B14F-4D97-AF65-F5344CB8AC3E}">
        <p14:creationId xmlns:p14="http://schemas.microsoft.com/office/powerpoint/2010/main" val="290553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2FEB1-4C71-0D89-7C6B-C343C447D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Different types of coding languages</a:t>
            </a:r>
            <a:br>
              <a:rPr lang="en-GB" dirty="0"/>
            </a:br>
            <a:r>
              <a:rPr lang="en-GB" dirty="0"/>
              <a:t>what are these used for also their benefits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BA8FA-4C6E-8CF1-215D-7D7646C99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It has been estimated that there are 14,000 different programming languages each having their own desired purpose and use cases. But there are some more common/Popular Languages.</a:t>
            </a:r>
          </a:p>
          <a:p>
            <a:pPr marL="0" indent="0">
              <a:buNone/>
            </a:pPr>
            <a:r>
              <a:rPr lang="en-GB" dirty="0"/>
              <a:t>Can you name the Top 5?</a:t>
            </a:r>
          </a:p>
          <a:p>
            <a:pPr marL="0" indent="0">
              <a:buNone/>
            </a:pPr>
            <a:r>
              <a:rPr lang="en-GB" dirty="0"/>
              <a:t>Python</a:t>
            </a:r>
          </a:p>
          <a:p>
            <a:pPr marL="0" indent="0">
              <a:buNone/>
            </a:pPr>
            <a:r>
              <a:rPr lang="en-GB" dirty="0"/>
              <a:t>C++</a:t>
            </a:r>
          </a:p>
          <a:p>
            <a:pPr marL="0" indent="0">
              <a:buNone/>
            </a:pPr>
            <a:r>
              <a:rPr lang="en-GB" dirty="0"/>
              <a:t>Java</a:t>
            </a:r>
          </a:p>
          <a:p>
            <a:pPr marL="0" indent="0">
              <a:buNone/>
            </a:pPr>
            <a:r>
              <a:rPr lang="en-GB" dirty="0"/>
              <a:t>C</a:t>
            </a:r>
          </a:p>
          <a:p>
            <a:pPr marL="0" indent="0">
              <a:buNone/>
            </a:pPr>
            <a:r>
              <a:rPr lang="en-GB" dirty="0"/>
              <a:t>C#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529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51A6F-86B2-C3EC-A30F-F8F2AA1BB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B1004-BE8D-E29A-94CA-1B9691A52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Different types of coding languages</a:t>
            </a:r>
            <a:br>
              <a:rPr lang="en-GB" dirty="0"/>
            </a:br>
            <a:r>
              <a:rPr lang="en-GB" dirty="0"/>
              <a:t>what are these used for also their benefits and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29BF3F-B5F5-9BD4-F24F-30A413E24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00" y="1064644"/>
            <a:ext cx="11016000" cy="5067707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Each Language has its own benefits and areas they preform best</a:t>
            </a:r>
          </a:p>
          <a:p>
            <a:pPr marL="0" indent="0">
              <a:buNone/>
            </a:pPr>
            <a:r>
              <a:rPr lang="en-GB" dirty="0"/>
              <a:t>Python: Known for simplicity and versatility. It is known to be used in development in AI, Data science and automation.</a:t>
            </a:r>
          </a:p>
          <a:p>
            <a:pPr marL="0" indent="0">
              <a:buNone/>
            </a:pPr>
            <a:r>
              <a:rPr lang="en-GB" dirty="0"/>
              <a:t>C++: known for being high performance which Is system level. Know to be used in Game Engines, Operating systems and embedded systems</a:t>
            </a:r>
          </a:p>
          <a:p>
            <a:pPr marL="0" indent="0">
              <a:buNone/>
            </a:pPr>
            <a:r>
              <a:rPr lang="en-GB" dirty="0"/>
              <a:t>Java: known for being cross-platform and object oriented. Known to be used in enterprise software, android apps and back-end systems</a:t>
            </a:r>
          </a:p>
          <a:p>
            <a:pPr marL="0" indent="0">
              <a:buNone/>
            </a:pPr>
            <a:r>
              <a:rPr lang="en-GB" dirty="0"/>
              <a:t>C: known for its speed, efficiency. Known to be used in in OS kernels, embedded systems and networking</a:t>
            </a:r>
          </a:p>
          <a:p>
            <a:pPr marL="0" indent="0">
              <a:buNone/>
            </a:pPr>
            <a:r>
              <a:rPr lang="en-GB" dirty="0"/>
              <a:t>C#: Known for its abilities in cloud and enterprise ecosystems. Known to be used In Windows apps, Enterprise software and gamed Dev.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207819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5777D-BA02-A57F-BB5F-1445AFA53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000" y="498545"/>
            <a:ext cx="11016000" cy="369332"/>
          </a:xfrm>
        </p:spPr>
        <p:txBody>
          <a:bodyPr/>
          <a:lstStyle/>
          <a:p>
            <a:r>
              <a:rPr lang="en-GB" dirty="0">
                <a:solidFill>
                  <a:srgbClr val="FF0000"/>
                </a:solidFill>
              </a:rPr>
              <a:t>Coding language honourable mentions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3AC7E-9486-EA76-B8CE-30AFD3DB9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>
                <a:solidFill>
                  <a:srgbClr val="FF0000"/>
                </a:solidFill>
              </a:rPr>
              <a:t>Honarable</a:t>
            </a:r>
            <a:r>
              <a:rPr lang="en-GB" dirty="0">
                <a:solidFill>
                  <a:srgbClr val="FF0000"/>
                </a:solidFill>
              </a:rPr>
              <a:t> mentions  Java Script, SQL, HTML?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5C00EB-22A2-0C23-0C47-BFF7BA7D39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2637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8A2A0-3A0F-5CA1-1A3D-1CDC851E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B64A8-04EB-E6D4-FC77-055FA45CB8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33" y="1298556"/>
            <a:ext cx="10731934" cy="426088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Comments, Data Tyes, Conditional statements, Loops, Functions</a:t>
            </a:r>
          </a:p>
          <a:p>
            <a:pPr marL="0" indent="0">
              <a:buNone/>
            </a:pPr>
            <a:r>
              <a:rPr lang="en-GB" dirty="0"/>
              <a:t>Comments are used to describe sections of code generally used to describe what a section of code is Doing or how it works.</a:t>
            </a:r>
          </a:p>
          <a:p>
            <a:pPr marL="0" indent="0">
              <a:buNone/>
            </a:pPr>
            <a:r>
              <a:rPr lang="en-GB" dirty="0"/>
              <a:t>To implement a comment, ensure at the beginning of the comment there is a “#” this makes it, so the interrupter ignores the comment and does not try and run the line. For example, Figure A.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3A8B9A-9DB8-7316-C7F9-FE21340E90D5}"/>
              </a:ext>
            </a:extLst>
          </p:cNvPr>
          <p:cNvSpPr txBox="1"/>
          <p:nvPr/>
        </p:nvSpPr>
        <p:spPr>
          <a:xfrm>
            <a:off x="2746371" y="5099244"/>
            <a:ext cx="6195058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600" dirty="0"/>
              <a:t>Figure A: Show a section of code. For preset Audio function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8AB38-1EBF-6C4C-3B04-0B3C1A4F3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9" y="3547450"/>
            <a:ext cx="11223761" cy="1337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227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A62AF-B0A4-12F9-AC24-9300D3664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1CF74-C3EB-5597-D986-34096585E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 and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22896E-B283-CA43-0659-D41018413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866" y="807490"/>
            <a:ext cx="10731934" cy="4260888"/>
          </a:xfrm>
        </p:spPr>
        <p:txBody>
          <a:bodyPr/>
          <a:lstStyle/>
          <a:p>
            <a:pPr marL="0" indent="0">
              <a:buNone/>
            </a:pPr>
            <a:r>
              <a:rPr lang="en-GB" u="sng" dirty="0"/>
              <a:t>Data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Integer = Whole Number = 9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Float = Decimal Number = 15.3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String = more than 1 alphabetical character = Team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400" dirty="0"/>
              <a:t>Boolean = True or False = True 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E564650-6974-A346-FB5F-D01650E8B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7961" y="860850"/>
            <a:ext cx="4256222" cy="2188914"/>
          </a:xfrm>
          <a:prstGeom prst="rect">
            <a:avLst/>
          </a:prstGeom>
        </p:spPr>
      </p:pic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A79281F0-101B-D1F2-2C63-EC9FC5FA3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32" y="3174371"/>
            <a:ext cx="5167896" cy="2443255"/>
          </a:xfrm>
          <a:prstGeom prst="rect">
            <a:avLst/>
          </a:prstGeom>
        </p:spPr>
      </p:pic>
      <p:pic>
        <p:nvPicPr>
          <p:cNvPr id="13" name="Picture 12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BCDEAF4D-3A13-2F1E-6B11-391540C7A0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6833" y="3429000"/>
            <a:ext cx="6348990" cy="206071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0ED2EA-B58F-D1FA-5053-5D73751680DA}"/>
              </a:ext>
            </a:extLst>
          </p:cNvPr>
          <p:cNvSpPr txBox="1"/>
          <p:nvPr/>
        </p:nvSpPr>
        <p:spPr>
          <a:xfrm>
            <a:off x="7762902" y="3051261"/>
            <a:ext cx="4485202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GB" sz="1600" dirty="0"/>
              <a:t>Figure A: Shows how to input each Data type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624A2F-32AB-2FF6-9BC6-EADA88038D87}"/>
              </a:ext>
            </a:extLst>
          </p:cNvPr>
          <p:cNvSpPr txBox="1"/>
          <p:nvPr/>
        </p:nvSpPr>
        <p:spPr>
          <a:xfrm>
            <a:off x="6142683" y="5504707"/>
            <a:ext cx="5277289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600" dirty="0"/>
              <a:t>Figure c: Shows the output from Figure B. Showing 2 examples of data types being used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AE06AA-2570-2DF7-BDB0-283914EF0896}"/>
              </a:ext>
            </a:extLst>
          </p:cNvPr>
          <p:cNvSpPr txBox="1"/>
          <p:nvPr/>
        </p:nvSpPr>
        <p:spPr>
          <a:xfrm>
            <a:off x="-331872" y="5692184"/>
            <a:ext cx="5569400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1600" dirty="0"/>
              <a:t>Figure B: code using all 4 Datatypes</a:t>
            </a:r>
          </a:p>
        </p:txBody>
      </p:sp>
    </p:spTree>
    <p:extLst>
      <p:ext uri="{BB962C8B-B14F-4D97-AF65-F5344CB8AC3E}">
        <p14:creationId xmlns:p14="http://schemas.microsoft.com/office/powerpoint/2010/main" val="410672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0EF6C-A82A-DEFC-3C87-8F6E838EF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985D00-FBD1-FB13-153D-0229E7372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Loops and how to create them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9E1AD0-F812-7FA0-57B3-B9B9DCAD3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4724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991F-249F-BA60-42B2-EF4B13B81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CE78-4A7E-D78C-BFCF-E91BCBC33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FCBDE-D403-F845-4A6A-C984DA2F7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Functions and how to create then</a:t>
            </a:r>
          </a:p>
          <a:p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15C495-9C57-B693-B596-B5014572D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986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6A707-71DC-F662-081A-6E3C257C5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Code review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960868-A0FC-3F68-8E3F-833008A001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Going over the code base that was created Robot </a:t>
            </a:r>
            <a:r>
              <a:rPr lang="en-GB" dirty="0" err="1">
                <a:solidFill>
                  <a:srgbClr val="FF0000"/>
                </a:solidFill>
              </a:rPr>
              <a:t>Programing</a:t>
            </a:r>
            <a:r>
              <a:rPr lang="en-GB" dirty="0">
                <a:solidFill>
                  <a:srgbClr val="FF0000"/>
                </a:solidFill>
              </a:rPr>
              <a:t> 1.1</a:t>
            </a:r>
          </a:p>
        </p:txBody>
      </p:sp>
    </p:spTree>
    <p:extLst>
      <p:ext uri="{BB962C8B-B14F-4D97-AF65-F5344CB8AC3E}">
        <p14:creationId xmlns:p14="http://schemas.microsoft.com/office/powerpoint/2010/main" val="36420386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10E73-F315-824B-0439-3290E5D26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code for robot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37EBC-70BB-7CD8-4E5F-92248F794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Going over the bare basics on programming the robot</a:t>
            </a:r>
          </a:p>
        </p:txBody>
      </p:sp>
    </p:spTree>
    <p:extLst>
      <p:ext uri="{BB962C8B-B14F-4D97-AF65-F5344CB8AC3E}">
        <p14:creationId xmlns:p14="http://schemas.microsoft.com/office/powerpoint/2010/main" val="846450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F5742-8691-D465-837F-30638FF6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Demonstrating how to use the Knowledge 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150D3-D387-4F0C-D911-B8826E02A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>
                <a:solidFill>
                  <a:srgbClr val="FF0000"/>
                </a:solidFill>
              </a:rPr>
              <a:t>Demonstrate how to use the </a:t>
            </a:r>
            <a:r>
              <a:rPr lang="en-GB" dirty="0" err="1">
                <a:solidFill>
                  <a:srgbClr val="FF0000"/>
                </a:solidFill>
              </a:rPr>
              <a:t>lego</a:t>
            </a:r>
            <a:r>
              <a:rPr lang="en-GB" dirty="0">
                <a:solidFill>
                  <a:srgbClr val="FF0000"/>
                </a:solidFill>
              </a:rPr>
              <a:t> spike knowledge base</a:t>
            </a:r>
          </a:p>
        </p:txBody>
      </p:sp>
    </p:spTree>
    <p:extLst>
      <p:ext uri="{BB962C8B-B14F-4D97-AF65-F5344CB8AC3E}">
        <p14:creationId xmlns:p14="http://schemas.microsoft.com/office/powerpoint/2010/main" val="3537577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hales">
      <a:dk1>
        <a:srgbClr val="181A22"/>
      </a:dk1>
      <a:lt1>
        <a:srgbClr val="FFFFFF"/>
      </a:lt1>
      <a:dk2>
        <a:srgbClr val="242A75"/>
      </a:dk2>
      <a:lt2>
        <a:srgbClr val="00BBDD"/>
      </a:lt2>
      <a:accent1>
        <a:srgbClr val="AE2573"/>
      </a:accent1>
      <a:accent2>
        <a:srgbClr val="7C7FAB"/>
      </a:accent2>
      <a:accent3>
        <a:srgbClr val="00AB8E"/>
      </a:accent3>
      <a:accent4>
        <a:srgbClr val="EE2737"/>
      </a:accent4>
      <a:accent5>
        <a:srgbClr val="FFA300"/>
      </a:accent5>
      <a:accent6>
        <a:srgbClr val="FDDA24"/>
      </a:accent6>
      <a:hlink>
        <a:srgbClr val="242A75"/>
      </a:hlink>
      <a:folHlink>
        <a:srgbClr val="242A75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2">
                <a:alpha val="0"/>
              </a:schemeClr>
            </a:gs>
            <a:gs pos="100000">
              <a:schemeClr val="tx2"/>
            </a:gs>
          </a:gsLst>
          <a:lin ang="16800000" scaled="0"/>
        </a:gra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19423</TotalTime>
  <Words>672</Words>
  <Application>Microsoft Office PowerPoint</Application>
  <PresentationFormat>Widescreen</PresentationFormat>
  <Paragraphs>77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Office Theme</vt:lpstr>
      <vt:lpstr>Thales Wex Work Experience</vt:lpstr>
      <vt:lpstr>what is programming and what it can do</vt:lpstr>
      <vt:lpstr>what is programming and what it can do</vt:lpstr>
      <vt:lpstr>what is programming and what it can do</vt:lpstr>
      <vt:lpstr>what is programming and what it can do</vt:lpstr>
      <vt:lpstr>what is programming and what it can do</vt:lpstr>
      <vt:lpstr>what is programming and what it can do</vt:lpstr>
      <vt:lpstr>Different types of coding languages what are these used for also their benefits and disadvantages</vt:lpstr>
      <vt:lpstr>Different types of coding languages what are these used for also their benefits and disadvantages</vt:lpstr>
      <vt:lpstr>Coding language honourable mentions ?</vt:lpstr>
      <vt:lpstr>Comments</vt:lpstr>
      <vt:lpstr>Variables and Data Types</vt:lpstr>
      <vt:lpstr>Loops</vt:lpstr>
      <vt:lpstr>Functions</vt:lpstr>
      <vt:lpstr>Project Code review</vt:lpstr>
      <vt:lpstr>Basic code for robot</vt:lpstr>
      <vt:lpstr>Demonstrating how to use the Knowledge base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Thales Group Template;</dc:title>
  <dc:subject>Thales Group Template;</dc:subject>
  <dc:creator>Thales</dc:creator>
  <cp:keywords>Thales Group Template</cp:keywords>
  <cp:lastModifiedBy>DALY Reece</cp:lastModifiedBy>
  <cp:revision>485</cp:revision>
  <cp:lastPrinted>2026-02-05T10:41:31Z</cp:lastPrinted>
  <dcterms:created xsi:type="dcterms:W3CDTF">2021-10-08T15:35:33Z</dcterms:created>
  <dcterms:modified xsi:type="dcterms:W3CDTF">2026-03-05T13:53:38Z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e49ba8f-b15c-4a5f-963a-a2a4e2c9a58a_Enabled">
    <vt:lpwstr>true</vt:lpwstr>
  </property>
  <property fmtid="{D5CDD505-2E9C-101B-9397-08002B2CF9AE}" pid="3" name="MSIP_Label_ae49ba8f-b15c-4a5f-963a-a2a4e2c9a58a_SetDate">
    <vt:lpwstr>2026-03-05T09:24:55Z</vt:lpwstr>
  </property>
  <property fmtid="{D5CDD505-2E9C-101B-9397-08002B2CF9AE}" pid="4" name="MSIP_Label_ae49ba8f-b15c-4a5f-963a-a2a4e2c9a58a_Method">
    <vt:lpwstr>Privileged</vt:lpwstr>
  </property>
  <property fmtid="{D5CDD505-2E9C-101B-9397-08002B2CF9AE}" pid="5" name="MSIP_Label_ae49ba8f-b15c-4a5f-963a-a2a4e2c9a58a_Name">
    <vt:lpwstr>THALES-CORE-06</vt:lpwstr>
  </property>
  <property fmtid="{D5CDD505-2E9C-101B-9397-08002B2CF9AE}" pid="6" name="MSIP_Label_ae49ba8f-b15c-4a5f-963a-a2a4e2c9a58a_SiteId">
    <vt:lpwstr>6e603289-5e46-4e26-ac7c-03a85420a9a5</vt:lpwstr>
  </property>
  <property fmtid="{D5CDD505-2E9C-101B-9397-08002B2CF9AE}" pid="7" name="MSIP_Label_ae49ba8f-b15c-4a5f-963a-a2a4e2c9a58a_ActionId">
    <vt:lpwstr>57dc6d3c-5f13-4da5-a40f-922e7e69a7aa</vt:lpwstr>
  </property>
  <property fmtid="{D5CDD505-2E9C-101B-9397-08002B2CF9AE}" pid="8" name="MSIP_Label_ae49ba8f-b15c-4a5f-963a-a2a4e2c9a58a_ContentBits">
    <vt:lpwstr>0</vt:lpwstr>
  </property>
  <property fmtid="{D5CDD505-2E9C-101B-9397-08002B2CF9AE}" pid="9" name="Thales-Sensitivity">
    <vt:lpwstr>{TGLIMDIS-UM}</vt:lpwstr>
  </property>
</Properties>
</file>